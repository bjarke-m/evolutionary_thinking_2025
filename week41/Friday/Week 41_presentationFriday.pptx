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7"/>
  </p:sldMasterIdLst>
  <p:notesMasterIdLst>
    <p:notesMasterId r:id="rId18"/>
  </p:notesMasterIdLst>
  <p:handoutMasterIdLst>
    <p:handoutMasterId r:id="rId19"/>
  </p:handoutMasterIdLst>
  <p:sldIdLst>
    <p:sldId id="261" r:id="rId8"/>
    <p:sldId id="270" r:id="rId9"/>
    <p:sldId id="273" r:id="rId10"/>
    <p:sldId id="274" r:id="rId11"/>
    <p:sldId id="279" r:id="rId12"/>
    <p:sldId id="280" r:id="rId13"/>
    <p:sldId id="281" r:id="rId14"/>
    <p:sldId id="277" r:id="rId15"/>
    <p:sldId id="269" r:id="rId16"/>
    <p:sldId id="260" r:id="rId17"/>
  </p:sldIdLst>
  <p:sldSz cx="12188825" cy="6858000"/>
  <p:notesSz cx="6797675" cy="9926638"/>
  <p:embeddedFontLst>
    <p:embeddedFont>
      <p:font typeface="AU Passata" panose="020B0503030502030804" pitchFamily="34" charset="77"/>
      <p:regular r:id="rId20"/>
      <p:bold r:id="rId21"/>
    </p:embeddedFont>
    <p:embeddedFont>
      <p:font typeface="AU Passata Light" panose="020B0303030902030804" pitchFamily="34" charset="77"/>
      <p:regular r:id="rId22"/>
      <p:bold r:id="rId23"/>
    </p:embeddedFont>
    <p:embeddedFont>
      <p:font typeface="AU Peto" pitchFamily="82" charset="77"/>
      <p:regular r:id="rId24"/>
      <p:bold r:id="rId25"/>
    </p:embeddedFont>
    <p:embeddedFont>
      <p:font typeface="Georgia" panose="02040502050405020303" pitchFamily="18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F7F"/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1E9CC-29FB-724C-B1FF-C47928614675}" v="20" dt="2025-10-10T06:43:14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2" autoAdjust="0"/>
    <p:restoredTop sz="93509" autoAdjust="0"/>
  </p:normalViewPr>
  <p:slideViewPr>
    <p:cSldViewPr snapToObjects="1" showGuides="1">
      <p:cViewPr>
        <p:scale>
          <a:sx n="123" d="100"/>
          <a:sy n="123" d="100"/>
        </p:scale>
        <p:origin x="1216" y="7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Femke Diepeveen" userId="2e688c13-4a66-4843-b4fb-ce9b4d6a572c" providerId="ADAL" clId="{531F5506-8B3C-59E3-9CFA-8C9DA621ABD1}"/>
    <pc:docChg chg="undo custSel addSld delSld modSld sldOrd">
      <pc:chgData name="Emma Femke Diepeveen" userId="2e688c13-4a66-4843-b4fb-ce9b4d6a572c" providerId="ADAL" clId="{531F5506-8B3C-59E3-9CFA-8C9DA621ABD1}" dt="2025-10-10T06:43:38.764" v="7430" actId="20577"/>
      <pc:docMkLst>
        <pc:docMk/>
      </pc:docMkLst>
      <pc:sldChg chg="modSp mod">
        <pc:chgData name="Emma Femke Diepeveen" userId="2e688c13-4a66-4843-b4fb-ce9b4d6a572c" providerId="ADAL" clId="{531F5506-8B3C-59E3-9CFA-8C9DA621ABD1}" dt="2025-10-09T13:50:54.959" v="5377" actId="20577"/>
        <pc:sldMkLst>
          <pc:docMk/>
          <pc:sldMk cId="948320703" sldId="261"/>
        </pc:sldMkLst>
        <pc:spChg chg="mod">
          <ac:chgData name="Emma Femke Diepeveen" userId="2e688c13-4a66-4843-b4fb-ce9b4d6a572c" providerId="ADAL" clId="{531F5506-8B3C-59E3-9CFA-8C9DA621ABD1}" dt="2025-10-09T13:50:54.959" v="5377" actId="20577"/>
          <ac:spMkLst>
            <pc:docMk/>
            <pc:sldMk cId="948320703" sldId="261"/>
            <ac:spMk id="2" creationId="{00000000-0000-0000-0000-000000000000}"/>
          </ac:spMkLst>
        </pc:spChg>
      </pc:sldChg>
      <pc:sldChg chg="del">
        <pc:chgData name="Emma Femke Diepeveen" userId="2e688c13-4a66-4843-b4fb-ce9b4d6a572c" providerId="ADAL" clId="{531F5506-8B3C-59E3-9CFA-8C9DA621ABD1}" dt="2025-09-16T11:52:01.812" v="664" actId="2696"/>
        <pc:sldMkLst>
          <pc:docMk/>
          <pc:sldMk cId="2813365767" sldId="262"/>
        </pc:sldMkLst>
      </pc:sldChg>
      <pc:sldChg chg="modSp del mod ord">
        <pc:chgData name="Emma Femke Diepeveen" userId="2e688c13-4a66-4843-b4fb-ce9b4d6a572c" providerId="ADAL" clId="{531F5506-8B3C-59E3-9CFA-8C9DA621ABD1}" dt="2025-09-17T10:46:14.599" v="1557" actId="2696"/>
        <pc:sldMkLst>
          <pc:docMk/>
          <pc:sldMk cId="1186159921" sldId="264"/>
        </pc:sldMkLst>
      </pc:sldChg>
      <pc:sldChg chg="del">
        <pc:chgData name="Emma Femke Diepeveen" userId="2e688c13-4a66-4843-b4fb-ce9b4d6a572c" providerId="ADAL" clId="{531F5506-8B3C-59E3-9CFA-8C9DA621ABD1}" dt="2025-09-16T11:52:02.472" v="665" actId="2696"/>
        <pc:sldMkLst>
          <pc:docMk/>
          <pc:sldMk cId="3428054869" sldId="265"/>
        </pc:sldMkLst>
      </pc:sldChg>
      <pc:sldChg chg="del">
        <pc:chgData name="Emma Femke Diepeveen" userId="2e688c13-4a66-4843-b4fb-ce9b4d6a572c" providerId="ADAL" clId="{531F5506-8B3C-59E3-9CFA-8C9DA621ABD1}" dt="2025-09-16T11:52:04.443" v="668" actId="2696"/>
        <pc:sldMkLst>
          <pc:docMk/>
          <pc:sldMk cId="2653303594" sldId="266"/>
        </pc:sldMkLst>
      </pc:sldChg>
      <pc:sldChg chg="del">
        <pc:chgData name="Emma Femke Diepeveen" userId="2e688c13-4a66-4843-b4fb-ce9b4d6a572c" providerId="ADAL" clId="{531F5506-8B3C-59E3-9CFA-8C9DA621ABD1}" dt="2025-09-16T11:52:03.574" v="667" actId="2696"/>
        <pc:sldMkLst>
          <pc:docMk/>
          <pc:sldMk cId="231157884" sldId="267"/>
        </pc:sldMkLst>
      </pc:sldChg>
      <pc:sldChg chg="addSp delSp modSp del mod">
        <pc:chgData name="Emma Femke Diepeveen" userId="2e688c13-4a66-4843-b4fb-ce9b4d6a572c" providerId="ADAL" clId="{531F5506-8B3C-59E3-9CFA-8C9DA621ABD1}" dt="2025-09-17T10:46:14.525" v="1547" actId="2696"/>
        <pc:sldMkLst>
          <pc:docMk/>
          <pc:sldMk cId="1438988566" sldId="268"/>
        </pc:sldMkLst>
      </pc:sldChg>
      <pc:sldChg chg="addSp delSp modSp mod">
        <pc:chgData name="Emma Femke Diepeveen" userId="2e688c13-4a66-4843-b4fb-ce9b4d6a572c" providerId="ADAL" clId="{531F5506-8B3C-59E3-9CFA-8C9DA621ABD1}" dt="2025-10-10T06:43:24.094" v="7414" actId="207"/>
        <pc:sldMkLst>
          <pc:docMk/>
          <pc:sldMk cId="2142056729" sldId="269"/>
        </pc:sldMkLst>
        <pc:spChg chg="mod">
          <ac:chgData name="Emma Femke Diepeveen" userId="2e688c13-4a66-4843-b4fb-ce9b4d6a572c" providerId="ADAL" clId="{531F5506-8B3C-59E3-9CFA-8C9DA621ABD1}" dt="2025-10-10T06:42:34.899" v="7378" actId="20577"/>
          <ac:spMkLst>
            <pc:docMk/>
            <pc:sldMk cId="2142056729" sldId="269"/>
            <ac:spMk id="2" creationId="{DF155112-AE24-3320-74CD-8E8ABD98AEF0}"/>
          </ac:spMkLst>
        </pc:spChg>
        <pc:spChg chg="add mod">
          <ac:chgData name="Emma Femke Diepeveen" userId="2e688c13-4a66-4843-b4fb-ce9b4d6a572c" providerId="ADAL" clId="{531F5506-8B3C-59E3-9CFA-8C9DA621ABD1}" dt="2025-10-10T06:43:24.094" v="7414" actId="207"/>
          <ac:spMkLst>
            <pc:docMk/>
            <pc:sldMk cId="2142056729" sldId="269"/>
            <ac:spMk id="3" creationId="{EBCDCD88-4C72-8DA3-6D6E-5E7577600944}"/>
          </ac:spMkLst>
        </pc:spChg>
      </pc:sldChg>
      <pc:sldChg chg="addSp delSp modSp mod modClrScheme chgLayout">
        <pc:chgData name="Emma Femke Diepeveen" userId="2e688c13-4a66-4843-b4fb-ce9b4d6a572c" providerId="ADAL" clId="{531F5506-8B3C-59E3-9CFA-8C9DA621ABD1}" dt="2025-10-09T13:51:09.327" v="5382" actId="1076"/>
        <pc:sldMkLst>
          <pc:docMk/>
          <pc:sldMk cId="2232226376" sldId="270"/>
        </pc:sldMkLst>
        <pc:spChg chg="mod">
          <ac:chgData name="Emma Femke Diepeveen" userId="2e688c13-4a66-4843-b4fb-ce9b4d6a572c" providerId="ADAL" clId="{531F5506-8B3C-59E3-9CFA-8C9DA621ABD1}" dt="2025-09-16T08:53:16.291" v="462" actId="26606"/>
          <ac:spMkLst>
            <pc:docMk/>
            <pc:sldMk cId="2232226376" sldId="270"/>
            <ac:spMk id="2" creationId="{12A21589-FB20-171F-A329-378DAFCCDDA7}"/>
          </ac:spMkLst>
        </pc:spChg>
        <pc:spChg chg="del mod">
          <ac:chgData name="Emma Femke Diepeveen" userId="2e688c13-4a66-4843-b4fb-ce9b4d6a572c" providerId="ADAL" clId="{531F5506-8B3C-59E3-9CFA-8C9DA621ABD1}" dt="2025-10-09T13:51:04.298" v="5378" actId="478"/>
          <ac:spMkLst>
            <pc:docMk/>
            <pc:sldMk cId="2232226376" sldId="270"/>
            <ac:spMk id="3" creationId="{75765AC9-C3D8-3E0F-17B8-8E3659A7C5AD}"/>
          </ac:spMkLst>
        </pc:spChg>
        <pc:spChg chg="mod ord">
          <ac:chgData name="Emma Femke Diepeveen" userId="2e688c13-4a66-4843-b4fb-ce9b4d6a572c" providerId="ADAL" clId="{531F5506-8B3C-59E3-9CFA-8C9DA621ABD1}" dt="2025-09-16T08:53:16.291" v="462" actId="26606"/>
          <ac:spMkLst>
            <pc:docMk/>
            <pc:sldMk cId="2232226376" sldId="270"/>
            <ac:spMk id="4" creationId="{1E030E74-81AB-3E6F-CEBE-78DD66D1B2CF}"/>
          </ac:spMkLst>
        </pc:spChg>
        <pc:spChg chg="add del mod">
          <ac:chgData name="Emma Femke Diepeveen" userId="2e688c13-4a66-4843-b4fb-ce9b4d6a572c" providerId="ADAL" clId="{531F5506-8B3C-59E3-9CFA-8C9DA621ABD1}" dt="2025-10-09T13:51:06.826" v="5380" actId="478"/>
          <ac:spMkLst>
            <pc:docMk/>
            <pc:sldMk cId="2232226376" sldId="270"/>
            <ac:spMk id="7" creationId="{F6A2A628-8434-8AC0-E761-974979E12CAD}"/>
          </ac:spMkLst>
        </pc:spChg>
        <pc:spChg chg="add mod">
          <ac:chgData name="Emma Femke Diepeveen" userId="2e688c13-4a66-4843-b4fb-ce9b4d6a572c" providerId="ADAL" clId="{531F5506-8B3C-59E3-9CFA-8C9DA621ABD1}" dt="2025-10-09T13:51:09.327" v="5382" actId="1076"/>
          <ac:spMkLst>
            <pc:docMk/>
            <pc:sldMk cId="2232226376" sldId="270"/>
            <ac:spMk id="8" creationId="{707BBC58-93EA-0ABA-1DCD-3E84EAF0ACC4}"/>
          </ac:spMkLst>
        </pc:spChg>
        <pc:picChg chg="add del mod">
          <ac:chgData name="Emma Femke Diepeveen" userId="2e688c13-4a66-4843-b4fb-ce9b4d6a572c" providerId="ADAL" clId="{531F5506-8B3C-59E3-9CFA-8C9DA621ABD1}" dt="2025-10-09T13:51:04.298" v="5378" actId="478"/>
          <ac:picMkLst>
            <pc:docMk/>
            <pc:sldMk cId="2232226376" sldId="270"/>
            <ac:picMk id="5" creationId="{EAD1AD05-9E56-F09B-7DCF-B09D64F222D7}"/>
          </ac:picMkLst>
        </pc:picChg>
        <pc:picChg chg="add mod">
          <ac:chgData name="Emma Femke Diepeveen" userId="2e688c13-4a66-4843-b4fb-ce9b4d6a572c" providerId="ADAL" clId="{531F5506-8B3C-59E3-9CFA-8C9DA621ABD1}" dt="2025-10-09T13:51:08.741" v="5381" actId="1076"/>
          <ac:picMkLst>
            <pc:docMk/>
            <pc:sldMk cId="2232226376" sldId="270"/>
            <ac:picMk id="9" creationId="{3E6B8E76-F164-2DEF-9CAA-BA5CF541F0B6}"/>
          </ac:picMkLst>
        </pc:picChg>
        <pc:picChg chg="add mod">
          <ac:chgData name="Emma Femke Diepeveen" userId="2e688c13-4a66-4843-b4fb-ce9b4d6a572c" providerId="ADAL" clId="{531F5506-8B3C-59E3-9CFA-8C9DA621ABD1}" dt="2025-10-09T13:51:04.742" v="5379"/>
          <ac:picMkLst>
            <pc:docMk/>
            <pc:sldMk cId="2232226376" sldId="270"/>
            <ac:picMk id="10" creationId="{EB625106-2558-CB65-E864-48477D5E9127}"/>
          </ac:picMkLst>
        </pc:picChg>
      </pc:sldChg>
      <pc:sldChg chg="del">
        <pc:chgData name="Emma Femke Diepeveen" userId="2e688c13-4a66-4843-b4fb-ce9b4d6a572c" providerId="ADAL" clId="{531F5506-8B3C-59E3-9CFA-8C9DA621ABD1}" dt="2025-09-16T11:52:03.006" v="666" actId="2696"/>
        <pc:sldMkLst>
          <pc:docMk/>
          <pc:sldMk cId="3595802929" sldId="271"/>
        </pc:sldMkLst>
      </pc:sldChg>
      <pc:sldChg chg="modSp new del mod">
        <pc:chgData name="Emma Femke Diepeveen" userId="2e688c13-4a66-4843-b4fb-ce9b4d6a572c" providerId="ADAL" clId="{531F5506-8B3C-59E3-9CFA-8C9DA621ABD1}" dt="2025-09-16T11:51:54.349" v="663" actId="2696"/>
        <pc:sldMkLst>
          <pc:docMk/>
          <pc:sldMk cId="2729759129" sldId="272"/>
        </pc:sldMkLst>
      </pc:sldChg>
      <pc:sldChg chg="delSp modSp new mod">
        <pc:chgData name="Emma Femke Diepeveen" userId="2e688c13-4a66-4843-b4fb-ce9b4d6a572c" providerId="ADAL" clId="{531F5506-8B3C-59E3-9CFA-8C9DA621ABD1}" dt="2025-10-09T13:53:26.123" v="5560" actId="20577"/>
        <pc:sldMkLst>
          <pc:docMk/>
          <pc:sldMk cId="1706445636" sldId="273"/>
        </pc:sldMkLst>
        <pc:spChg chg="mod">
          <ac:chgData name="Emma Femke Diepeveen" userId="2e688c13-4a66-4843-b4fb-ce9b4d6a572c" providerId="ADAL" clId="{531F5506-8B3C-59E3-9CFA-8C9DA621ABD1}" dt="2025-09-16T11:49:55.387" v="524" actId="20577"/>
          <ac:spMkLst>
            <pc:docMk/>
            <pc:sldMk cId="1706445636" sldId="273"/>
            <ac:spMk id="2" creationId="{706805E9-B4E9-F566-D4FD-3E1EE8BF8970}"/>
          </ac:spMkLst>
        </pc:spChg>
        <pc:spChg chg="mod">
          <ac:chgData name="Emma Femke Diepeveen" userId="2e688c13-4a66-4843-b4fb-ce9b4d6a572c" providerId="ADAL" clId="{531F5506-8B3C-59E3-9CFA-8C9DA621ABD1}" dt="2025-10-09T13:53:26.123" v="5560" actId="20577"/>
          <ac:spMkLst>
            <pc:docMk/>
            <pc:sldMk cId="1706445636" sldId="273"/>
            <ac:spMk id="3" creationId="{4DD8ADB8-02BB-98C8-36F9-F80664945E09}"/>
          </ac:spMkLst>
        </pc:spChg>
      </pc:sldChg>
      <pc:sldChg chg="delSp modSp new mod ord">
        <pc:chgData name="Emma Femke Diepeveen" userId="2e688c13-4a66-4843-b4fb-ce9b4d6a572c" providerId="ADAL" clId="{531F5506-8B3C-59E3-9CFA-8C9DA621ABD1}" dt="2025-10-10T06:29:29.019" v="7135" actId="20577"/>
        <pc:sldMkLst>
          <pc:docMk/>
          <pc:sldMk cId="2007280904" sldId="274"/>
        </pc:sldMkLst>
        <pc:spChg chg="mod">
          <ac:chgData name="Emma Femke Diepeveen" userId="2e688c13-4a66-4843-b4fb-ce9b4d6a572c" providerId="ADAL" clId="{531F5506-8B3C-59E3-9CFA-8C9DA621ABD1}" dt="2025-10-09T13:57:38.100" v="5758" actId="20577"/>
          <ac:spMkLst>
            <pc:docMk/>
            <pc:sldMk cId="2007280904" sldId="274"/>
            <ac:spMk id="2" creationId="{2A5AF260-B089-9BF6-33C1-6CAF5492797A}"/>
          </ac:spMkLst>
        </pc:spChg>
        <pc:spChg chg="mod">
          <ac:chgData name="Emma Femke Diepeveen" userId="2e688c13-4a66-4843-b4fb-ce9b4d6a572c" providerId="ADAL" clId="{531F5506-8B3C-59E3-9CFA-8C9DA621ABD1}" dt="2025-10-10T06:29:29.019" v="7135" actId="20577"/>
          <ac:spMkLst>
            <pc:docMk/>
            <pc:sldMk cId="2007280904" sldId="274"/>
            <ac:spMk id="3" creationId="{2A76B8DA-41BD-3C37-42A1-5E312E76D073}"/>
          </ac:spMkLst>
        </pc:spChg>
        <pc:spChg chg="del mod">
          <ac:chgData name="Emma Femke Diepeveen" userId="2e688c13-4a66-4843-b4fb-ce9b4d6a572c" providerId="ADAL" clId="{531F5506-8B3C-59E3-9CFA-8C9DA621ABD1}" dt="2025-10-10T06:29:04.860" v="7129" actId="478"/>
          <ac:spMkLst>
            <pc:docMk/>
            <pc:sldMk cId="2007280904" sldId="274"/>
            <ac:spMk id="4" creationId="{B17CA2A6-D55D-A351-6DD5-53E235189DFB}"/>
          </ac:spMkLst>
        </pc:spChg>
      </pc:sldChg>
      <pc:sldChg chg="addSp delSp modSp new del mod modAnim">
        <pc:chgData name="Emma Femke Diepeveen" userId="2e688c13-4a66-4843-b4fb-ce9b4d6a572c" providerId="ADAL" clId="{531F5506-8B3C-59E3-9CFA-8C9DA621ABD1}" dt="2025-09-17T10:46:14.560" v="1553" actId="2696"/>
        <pc:sldMkLst>
          <pc:docMk/>
          <pc:sldMk cId="2423129910" sldId="274"/>
        </pc:sldMkLst>
      </pc:sldChg>
      <pc:sldChg chg="addSp delSp modSp new del mod ord modAnim">
        <pc:chgData name="Emma Femke Diepeveen" userId="2e688c13-4a66-4843-b4fb-ce9b4d6a572c" providerId="ADAL" clId="{531F5506-8B3C-59E3-9CFA-8C9DA621ABD1}" dt="2025-09-17T10:46:14.543" v="1551" actId="2696"/>
        <pc:sldMkLst>
          <pc:docMk/>
          <pc:sldMk cId="997036133" sldId="275"/>
        </pc:sldMkLst>
      </pc:sldChg>
      <pc:sldChg chg="modSp new del mod">
        <pc:chgData name="Emma Femke Diepeveen" userId="2e688c13-4a66-4843-b4fb-ce9b4d6a572c" providerId="ADAL" clId="{531F5506-8B3C-59E3-9CFA-8C9DA621ABD1}" dt="2025-10-10T06:42:25.446" v="7372" actId="2696"/>
        <pc:sldMkLst>
          <pc:docMk/>
          <pc:sldMk cId="3569379522" sldId="275"/>
        </pc:sldMkLst>
        <pc:spChg chg="mod">
          <ac:chgData name="Emma Femke Diepeveen" userId="2e688c13-4a66-4843-b4fb-ce9b4d6a572c" providerId="ADAL" clId="{531F5506-8B3C-59E3-9CFA-8C9DA621ABD1}" dt="2025-09-18T07:28:31.476" v="4184" actId="20577"/>
          <ac:spMkLst>
            <pc:docMk/>
            <pc:sldMk cId="3569379522" sldId="275"/>
            <ac:spMk id="2" creationId="{911EAE09-ED95-F5D0-70F7-AF204DADB4E2}"/>
          </ac:spMkLst>
        </pc:spChg>
        <pc:spChg chg="mod">
          <ac:chgData name="Emma Femke Diepeveen" userId="2e688c13-4a66-4843-b4fb-ce9b4d6a572c" providerId="ADAL" clId="{531F5506-8B3C-59E3-9CFA-8C9DA621ABD1}" dt="2025-09-19T07:19:36.355" v="5207" actId="20577"/>
          <ac:spMkLst>
            <pc:docMk/>
            <pc:sldMk cId="3569379522" sldId="275"/>
            <ac:spMk id="3" creationId="{C92F2531-63F8-83F0-03F3-457A1CC3E2CA}"/>
          </ac:spMkLst>
        </pc:spChg>
        <pc:spChg chg="mod">
          <ac:chgData name="Emma Femke Diepeveen" userId="2e688c13-4a66-4843-b4fb-ce9b4d6a572c" providerId="ADAL" clId="{531F5506-8B3C-59E3-9CFA-8C9DA621ABD1}" dt="2025-09-18T14:21:09.422" v="5196" actId="1076"/>
          <ac:spMkLst>
            <pc:docMk/>
            <pc:sldMk cId="3569379522" sldId="275"/>
            <ac:spMk id="4" creationId="{76935C76-791F-4791-9174-BA4471B879FA}"/>
          </ac:spMkLst>
        </pc:spChg>
      </pc:sldChg>
      <pc:sldChg chg="addSp delSp modSp new del mod modAnim">
        <pc:chgData name="Emma Femke Diepeveen" userId="2e688c13-4a66-4843-b4fb-ce9b4d6a572c" providerId="ADAL" clId="{531F5506-8B3C-59E3-9CFA-8C9DA621ABD1}" dt="2025-09-17T10:46:14.579" v="1555" actId="2696"/>
        <pc:sldMkLst>
          <pc:docMk/>
          <pc:sldMk cId="28976792" sldId="276"/>
        </pc:sldMkLst>
      </pc:sldChg>
      <pc:sldChg chg="modSp new del mod">
        <pc:chgData name="Emma Femke Diepeveen" userId="2e688c13-4a66-4843-b4fb-ce9b4d6a572c" providerId="ADAL" clId="{531F5506-8B3C-59E3-9CFA-8C9DA621ABD1}" dt="2025-09-19T07:20:45.893" v="5208" actId="2696"/>
        <pc:sldMkLst>
          <pc:docMk/>
          <pc:sldMk cId="2269068183" sldId="276"/>
        </pc:sldMkLst>
      </pc:sldChg>
      <pc:sldChg chg="addSp delSp modSp new del mod modAnim">
        <pc:chgData name="Emma Femke Diepeveen" userId="2e688c13-4a66-4843-b4fb-ce9b4d6a572c" providerId="ADAL" clId="{531F5506-8B3C-59E3-9CFA-8C9DA621ABD1}" dt="2025-09-17T10:46:14.529" v="1550" actId="2696"/>
        <pc:sldMkLst>
          <pc:docMk/>
          <pc:sldMk cId="2695958639" sldId="277"/>
        </pc:sldMkLst>
      </pc:sldChg>
      <pc:sldChg chg="delSp modSp new mod">
        <pc:chgData name="Emma Femke Diepeveen" userId="2e688c13-4a66-4843-b4fb-ce9b4d6a572c" providerId="ADAL" clId="{531F5506-8B3C-59E3-9CFA-8C9DA621ABD1}" dt="2025-10-10T06:43:38.764" v="7430" actId="20577"/>
        <pc:sldMkLst>
          <pc:docMk/>
          <pc:sldMk cId="4138818346" sldId="277"/>
        </pc:sldMkLst>
        <pc:spChg chg="mod">
          <ac:chgData name="Emma Femke Diepeveen" userId="2e688c13-4a66-4843-b4fb-ce9b4d6a572c" providerId="ADAL" clId="{531F5506-8B3C-59E3-9CFA-8C9DA621ABD1}" dt="2025-09-18T06:56:46.123" v="2104" actId="20577"/>
          <ac:spMkLst>
            <pc:docMk/>
            <pc:sldMk cId="4138818346" sldId="277"/>
            <ac:spMk id="2" creationId="{2CC017FE-9B3D-0B38-ED8B-7B59496B70C9}"/>
          </ac:spMkLst>
        </pc:spChg>
        <pc:spChg chg="mod">
          <ac:chgData name="Emma Femke Diepeveen" userId="2e688c13-4a66-4843-b4fb-ce9b4d6a572c" providerId="ADAL" clId="{531F5506-8B3C-59E3-9CFA-8C9DA621ABD1}" dt="2025-10-10T06:43:38.764" v="7430" actId="20577"/>
          <ac:spMkLst>
            <pc:docMk/>
            <pc:sldMk cId="4138818346" sldId="277"/>
            <ac:spMk id="3" creationId="{7C42960A-2AF4-9115-4F61-EC8E7620DD6C}"/>
          </ac:spMkLst>
        </pc:spChg>
      </pc:sldChg>
      <pc:sldChg chg="addSp delSp modSp new del mod delAnim modAnim">
        <pc:chgData name="Emma Femke Diepeveen" userId="2e688c13-4a66-4843-b4fb-ce9b4d6a572c" providerId="ADAL" clId="{531F5506-8B3C-59E3-9CFA-8C9DA621ABD1}" dt="2025-09-17T10:46:14.527" v="1549" actId="2696"/>
        <pc:sldMkLst>
          <pc:docMk/>
          <pc:sldMk cId="819559641" sldId="278"/>
        </pc:sldMkLst>
      </pc:sldChg>
      <pc:sldChg chg="modSp add del mod ord">
        <pc:chgData name="Emma Femke Diepeveen" userId="2e688c13-4a66-4843-b4fb-ce9b4d6a572c" providerId="ADAL" clId="{531F5506-8B3C-59E3-9CFA-8C9DA621ABD1}" dt="2025-10-10T06:42:25.430" v="7371" actId="2696"/>
        <pc:sldMkLst>
          <pc:docMk/>
          <pc:sldMk cId="1387016087" sldId="278"/>
        </pc:sldMkLst>
        <pc:spChg chg="mod">
          <ac:chgData name="Emma Femke Diepeveen" userId="2e688c13-4a66-4843-b4fb-ce9b4d6a572c" providerId="ADAL" clId="{531F5506-8B3C-59E3-9CFA-8C9DA621ABD1}" dt="2025-09-18T14:17:06.761" v="5113" actId="20577"/>
          <ac:spMkLst>
            <pc:docMk/>
            <pc:sldMk cId="1387016087" sldId="278"/>
            <ac:spMk id="2" creationId="{DC185AF3-28C5-F634-7FC1-11D5B6CC65A4}"/>
          </ac:spMkLst>
        </pc:spChg>
        <pc:spChg chg="mod">
          <ac:chgData name="Emma Femke Diepeveen" userId="2e688c13-4a66-4843-b4fb-ce9b4d6a572c" providerId="ADAL" clId="{531F5506-8B3C-59E3-9CFA-8C9DA621ABD1}" dt="2025-09-18T14:19:07.167" v="5152" actId="20577"/>
          <ac:spMkLst>
            <pc:docMk/>
            <pc:sldMk cId="1387016087" sldId="278"/>
            <ac:spMk id="3" creationId="{97EEB986-70F4-E294-8E40-58C61330E902}"/>
          </ac:spMkLst>
        </pc:spChg>
        <pc:spChg chg="mod">
          <ac:chgData name="Emma Femke Diepeveen" userId="2e688c13-4a66-4843-b4fb-ce9b4d6a572c" providerId="ADAL" clId="{531F5506-8B3C-59E3-9CFA-8C9DA621ABD1}" dt="2025-09-18T14:18:32.987" v="5146" actId="1076"/>
          <ac:spMkLst>
            <pc:docMk/>
            <pc:sldMk cId="1387016087" sldId="278"/>
            <ac:spMk id="4" creationId="{C92FD09A-F348-9CE1-5A79-5BEAD566F876}"/>
          </ac:spMkLst>
        </pc:spChg>
      </pc:sldChg>
      <pc:sldChg chg="addSp delSp modSp new mod">
        <pc:chgData name="Emma Femke Diepeveen" userId="2e688c13-4a66-4843-b4fb-ce9b4d6a572c" providerId="ADAL" clId="{531F5506-8B3C-59E3-9CFA-8C9DA621ABD1}" dt="2025-10-10T06:30:09.718" v="7138" actId="1076"/>
        <pc:sldMkLst>
          <pc:docMk/>
          <pc:sldMk cId="2083088037" sldId="279"/>
        </pc:sldMkLst>
        <pc:spChg chg="mod">
          <ac:chgData name="Emma Femke Diepeveen" userId="2e688c13-4a66-4843-b4fb-ce9b4d6a572c" providerId="ADAL" clId="{531F5506-8B3C-59E3-9CFA-8C9DA621ABD1}" dt="2025-10-09T14:17:13.868" v="6783" actId="313"/>
          <ac:spMkLst>
            <pc:docMk/>
            <pc:sldMk cId="2083088037" sldId="279"/>
            <ac:spMk id="2" creationId="{136A1EA0-4F26-183E-2671-A3FFC497269D}"/>
          </ac:spMkLst>
        </pc:spChg>
        <pc:spChg chg="mod">
          <ac:chgData name="Emma Femke Diepeveen" userId="2e688c13-4a66-4843-b4fb-ce9b4d6a572c" providerId="ADAL" clId="{531F5506-8B3C-59E3-9CFA-8C9DA621ABD1}" dt="2025-10-10T06:30:03.581" v="7136" actId="113"/>
          <ac:spMkLst>
            <pc:docMk/>
            <pc:sldMk cId="2083088037" sldId="279"/>
            <ac:spMk id="3" creationId="{06E94C65-AADF-A945-A016-EB63C44582F5}"/>
          </ac:spMkLst>
        </pc:spChg>
        <pc:spChg chg="del">
          <ac:chgData name="Emma Femke Diepeveen" userId="2e688c13-4a66-4843-b4fb-ce9b4d6a572c" providerId="ADAL" clId="{531F5506-8B3C-59E3-9CFA-8C9DA621ABD1}" dt="2025-10-09T13:57:47.196" v="5761" actId="478"/>
          <ac:spMkLst>
            <pc:docMk/>
            <pc:sldMk cId="2083088037" sldId="279"/>
            <ac:spMk id="4" creationId="{1BAB9499-C1BB-D05D-9935-0976B9813278}"/>
          </ac:spMkLst>
        </pc:spChg>
        <pc:spChg chg="add mod">
          <ac:chgData name="Emma Femke Diepeveen" userId="2e688c13-4a66-4843-b4fb-ce9b4d6a572c" providerId="ADAL" clId="{531F5506-8B3C-59E3-9CFA-8C9DA621ABD1}" dt="2025-10-10T06:30:09.718" v="7138" actId="1076"/>
          <ac:spMkLst>
            <pc:docMk/>
            <pc:sldMk cId="2083088037" sldId="279"/>
            <ac:spMk id="6" creationId="{DC97760A-8287-26A0-19B9-E7C94F0E30E5}"/>
          </ac:spMkLst>
        </pc:spChg>
      </pc:sldChg>
      <pc:sldChg chg="addSp delSp modSp new del mod modAnim">
        <pc:chgData name="Emma Femke Diepeveen" userId="2e688c13-4a66-4843-b4fb-ce9b4d6a572c" providerId="ADAL" clId="{531F5506-8B3C-59E3-9CFA-8C9DA621ABD1}" dt="2025-09-17T10:46:14.526" v="1548" actId="2696"/>
        <pc:sldMkLst>
          <pc:docMk/>
          <pc:sldMk cId="2718940603" sldId="279"/>
        </pc:sldMkLst>
      </pc:sldChg>
      <pc:sldChg chg="addSp delSp modSp new del mod modAnim">
        <pc:chgData name="Emma Femke Diepeveen" userId="2e688c13-4a66-4843-b4fb-ce9b4d6a572c" providerId="ADAL" clId="{531F5506-8B3C-59E3-9CFA-8C9DA621ABD1}" dt="2025-09-17T10:46:14.543" v="1552" actId="2696"/>
        <pc:sldMkLst>
          <pc:docMk/>
          <pc:sldMk cId="8645419" sldId="280"/>
        </pc:sldMkLst>
      </pc:sldChg>
      <pc:sldChg chg="addSp delSp modSp new mod">
        <pc:chgData name="Emma Femke Diepeveen" userId="2e688c13-4a66-4843-b4fb-ce9b4d6a572c" providerId="ADAL" clId="{531F5506-8B3C-59E3-9CFA-8C9DA621ABD1}" dt="2025-10-10T06:32:39.059" v="7145" actId="1076"/>
        <pc:sldMkLst>
          <pc:docMk/>
          <pc:sldMk cId="229378343" sldId="280"/>
        </pc:sldMkLst>
        <pc:spChg chg="mod">
          <ac:chgData name="Emma Femke Diepeveen" userId="2e688c13-4a66-4843-b4fb-ce9b4d6a572c" providerId="ADAL" clId="{531F5506-8B3C-59E3-9CFA-8C9DA621ABD1}" dt="2025-10-09T14:17:36.835" v="6796" actId="404"/>
          <ac:spMkLst>
            <pc:docMk/>
            <pc:sldMk cId="229378343" sldId="280"/>
            <ac:spMk id="2" creationId="{4C1883DD-AB62-5ECA-7094-CD426C52742C}"/>
          </ac:spMkLst>
        </pc:spChg>
        <pc:spChg chg="mod">
          <ac:chgData name="Emma Femke Diepeveen" userId="2e688c13-4a66-4843-b4fb-ce9b4d6a572c" providerId="ADAL" clId="{531F5506-8B3C-59E3-9CFA-8C9DA621ABD1}" dt="2025-10-10T06:32:37.732" v="7144" actId="14100"/>
          <ac:spMkLst>
            <pc:docMk/>
            <pc:sldMk cId="229378343" sldId="280"/>
            <ac:spMk id="3" creationId="{F4E1B0E6-ADE4-C55B-6939-10C76E0905D1}"/>
          </ac:spMkLst>
        </pc:spChg>
        <pc:spChg chg="del mod">
          <ac:chgData name="Emma Femke Diepeveen" userId="2e688c13-4a66-4843-b4fb-ce9b4d6a572c" providerId="ADAL" clId="{531F5506-8B3C-59E3-9CFA-8C9DA621ABD1}" dt="2025-10-09T14:00:40.095" v="6176" actId="478"/>
          <ac:spMkLst>
            <pc:docMk/>
            <pc:sldMk cId="229378343" sldId="280"/>
            <ac:spMk id="4" creationId="{40772139-14AF-655B-66F7-BC40E2DA1070}"/>
          </ac:spMkLst>
        </pc:spChg>
        <pc:spChg chg="add del mod">
          <ac:chgData name="Emma Femke Diepeveen" userId="2e688c13-4a66-4843-b4fb-ce9b4d6a572c" providerId="ADAL" clId="{531F5506-8B3C-59E3-9CFA-8C9DA621ABD1}" dt="2025-10-09T14:18:13.613" v="6832" actId="478"/>
          <ac:spMkLst>
            <pc:docMk/>
            <pc:sldMk cId="229378343" sldId="280"/>
            <ac:spMk id="6" creationId="{338EEC6E-2218-B5D7-0A8F-749B4F1F9310}"/>
          </ac:spMkLst>
        </pc:spChg>
        <pc:picChg chg="add mod">
          <ac:chgData name="Emma Femke Diepeveen" userId="2e688c13-4a66-4843-b4fb-ce9b4d6a572c" providerId="ADAL" clId="{531F5506-8B3C-59E3-9CFA-8C9DA621ABD1}" dt="2025-10-10T06:32:39.059" v="7145" actId="1076"/>
          <ac:picMkLst>
            <pc:docMk/>
            <pc:sldMk cId="229378343" sldId="280"/>
            <ac:picMk id="8" creationId="{E49FDE75-E160-FC40-58E7-C80CFB3FC3DB}"/>
          </ac:picMkLst>
        </pc:picChg>
      </pc:sldChg>
      <pc:sldChg chg="addSp delSp modSp add mod">
        <pc:chgData name="Emma Femke Diepeveen" userId="2e688c13-4a66-4843-b4fb-ce9b4d6a572c" providerId="ADAL" clId="{531F5506-8B3C-59E3-9CFA-8C9DA621ABD1}" dt="2025-10-10T06:42:17.422" v="7370" actId="1076"/>
        <pc:sldMkLst>
          <pc:docMk/>
          <pc:sldMk cId="2146068248" sldId="281"/>
        </pc:sldMkLst>
        <pc:spChg chg="mod">
          <ac:chgData name="Emma Femke Diepeveen" userId="2e688c13-4a66-4843-b4fb-ce9b4d6a572c" providerId="ADAL" clId="{531F5506-8B3C-59E3-9CFA-8C9DA621ABD1}" dt="2025-10-09T14:18:08.522" v="6831" actId="20577"/>
          <ac:spMkLst>
            <pc:docMk/>
            <pc:sldMk cId="2146068248" sldId="281"/>
            <ac:spMk id="2" creationId="{51F3AA8F-03B4-D308-247C-4768F9E0E41F}"/>
          </ac:spMkLst>
        </pc:spChg>
        <pc:spChg chg="del">
          <ac:chgData name="Emma Femke Diepeveen" userId="2e688c13-4a66-4843-b4fb-ce9b4d6a572c" providerId="ADAL" clId="{531F5506-8B3C-59E3-9CFA-8C9DA621ABD1}" dt="2025-10-09T14:17:45.941" v="6798" actId="478"/>
          <ac:spMkLst>
            <pc:docMk/>
            <pc:sldMk cId="2146068248" sldId="281"/>
            <ac:spMk id="3" creationId="{38AA9266-D27E-94DD-4187-762BEF3CC4ED}"/>
          </ac:spMkLst>
        </pc:spChg>
        <pc:spChg chg="mod">
          <ac:chgData name="Emma Femke Diepeveen" userId="2e688c13-4a66-4843-b4fb-ce9b4d6a572c" providerId="ADAL" clId="{531F5506-8B3C-59E3-9CFA-8C9DA621ABD1}" dt="2025-10-10T06:41:50.181" v="7359" actId="14100"/>
          <ac:spMkLst>
            <pc:docMk/>
            <pc:sldMk cId="2146068248" sldId="281"/>
            <ac:spMk id="6" creationId="{AD14C142-9B3B-BA77-167D-6891558B0B22}"/>
          </ac:spMkLst>
        </pc:spChg>
        <pc:spChg chg="add del mod">
          <ac:chgData name="Emma Femke Diepeveen" userId="2e688c13-4a66-4843-b4fb-ce9b4d6a572c" providerId="ADAL" clId="{531F5506-8B3C-59E3-9CFA-8C9DA621ABD1}" dt="2025-10-09T14:17:50.527" v="6799" actId="478"/>
          <ac:spMkLst>
            <pc:docMk/>
            <pc:sldMk cId="2146068248" sldId="281"/>
            <ac:spMk id="7" creationId="{93E56907-2022-EBB8-1A1D-9AEBEADED515}"/>
          </ac:spMkLst>
        </pc:spChg>
        <pc:picChg chg="add mod">
          <ac:chgData name="Emma Femke Diepeveen" userId="2e688c13-4a66-4843-b4fb-ce9b4d6a572c" providerId="ADAL" clId="{531F5506-8B3C-59E3-9CFA-8C9DA621ABD1}" dt="2025-10-10T06:42:14.752" v="7369" actId="1076"/>
          <ac:picMkLst>
            <pc:docMk/>
            <pc:sldMk cId="2146068248" sldId="281"/>
            <ac:picMk id="9" creationId="{5BF8C7E5-7804-5530-78F9-C917C66FDB74}"/>
          </ac:picMkLst>
        </pc:picChg>
        <pc:picChg chg="add mod">
          <ac:chgData name="Emma Femke Diepeveen" userId="2e688c13-4a66-4843-b4fb-ce9b4d6a572c" providerId="ADAL" clId="{531F5506-8B3C-59E3-9CFA-8C9DA621ABD1}" dt="2025-10-10T06:42:17.422" v="7370" actId="1076"/>
          <ac:picMkLst>
            <pc:docMk/>
            <pc:sldMk cId="2146068248" sldId="281"/>
            <ac:picMk id="11" creationId="{F8166610-4E0B-D66D-4E48-429E75AC19FC}"/>
          </ac:picMkLst>
        </pc:picChg>
      </pc:sldChg>
      <pc:sldChg chg="addSp delSp modSp new del mod ord modAnim">
        <pc:chgData name="Emma Femke Diepeveen" userId="2e688c13-4a66-4843-b4fb-ce9b4d6a572c" providerId="ADAL" clId="{531F5506-8B3C-59E3-9CFA-8C9DA621ABD1}" dt="2025-09-17T10:46:14.587" v="1556" actId="2696"/>
        <pc:sldMkLst>
          <pc:docMk/>
          <pc:sldMk cId="2470738081" sldId="281"/>
        </pc:sldMkLst>
      </pc:sldChg>
      <pc:sldChg chg="addSp delSp modSp new del mod modAnim">
        <pc:chgData name="Emma Femke Diepeveen" userId="2e688c13-4a66-4843-b4fb-ce9b4d6a572c" providerId="ADAL" clId="{531F5506-8B3C-59E3-9CFA-8C9DA621ABD1}" dt="2025-09-17T10:46:14.561" v="1554" actId="2696"/>
        <pc:sldMkLst>
          <pc:docMk/>
          <pc:sldMk cId="1104441758" sldId="2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2410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Why D &lt; 0 = excess of rare alleles → recent selective sweep or population expansion</a:t>
            </a:r>
          </a:p>
          <a:p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When a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beneficial mutation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 arises and rapidly spreads through the population (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selective sweep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):</a:t>
            </a:r>
          </a:p>
          <a:p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It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replaces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 most of the old genetic variation around that locus.</a:t>
            </a:r>
          </a:p>
          <a:p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After the sweep,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new mutations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 start accumulating — and they’re all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rare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, since they just appeared.</a:t>
            </a:r>
          </a:p>
          <a:p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Therefore:</a:t>
            </a:r>
          </a:p>
          <a:p>
            <a:pPr lvl="1"/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You get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many segregating sites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 (increasing </a:t>
            </a:r>
            <a:r>
              <a:rPr lang="el-GR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θ)</a:t>
            </a:r>
          </a:p>
          <a:p>
            <a:pPr lvl="1"/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But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average pairwise differences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 remain low (</a:t>
            </a:r>
            <a:r>
              <a:rPr lang="el-GR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π 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is small, because everyone’s sequences are similar)</a:t>
            </a:r>
            <a:b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</a:b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→ </a:t>
            </a:r>
            <a:r>
              <a:rPr lang="el-GR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θ &gt; π →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D &lt; 0</a:t>
            </a:r>
            <a:endParaRPr lang="en-GB" sz="1600" b="0" i="0" u="none" strike="noStrike" kern="1200" dirty="0">
              <a:solidFill>
                <a:schemeClr val="tx1"/>
              </a:solidFill>
              <a:effectLst/>
              <a:latin typeface="AU Passata" pitchFamily="34" charset="0"/>
              <a:ea typeface="+mn-ea"/>
              <a:cs typeface="Arial" charset="0"/>
            </a:endParaRPr>
          </a:p>
          <a:p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You can get the same pattern after a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recent population expansion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, since a growing population also generates lots of new rare mutations.</a:t>
            </a:r>
          </a:p>
          <a:p>
            <a:br>
              <a:rPr lang="en-GB" dirty="0"/>
            </a:br>
            <a:endParaRPr lang="en-GB" dirty="0"/>
          </a:p>
          <a:p>
            <a:r>
              <a:rPr lang="en-DK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🔸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Why D &gt; 0 = lack of rare alleles → balancing selection or population contraction</a:t>
            </a:r>
          </a:p>
          <a:p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If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balancing selection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 maintains multiple alleles in the population (e.g., heterozygote advantage):</a:t>
            </a:r>
          </a:p>
          <a:p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Several alleles remain at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intermediate frequencies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.</a:t>
            </a:r>
          </a:p>
          <a:p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So, there are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fewer rare alleles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, and many individuals are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quite different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 from each other.</a:t>
            </a:r>
          </a:p>
          <a:p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This means:</a:t>
            </a:r>
          </a:p>
          <a:p>
            <a:pPr lvl="1"/>
            <a:r>
              <a:rPr lang="el-GR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π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increases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 (more differences between sequences)</a:t>
            </a:r>
          </a:p>
          <a:p>
            <a:pPr lvl="1"/>
            <a:r>
              <a:rPr lang="el-GR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θ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decreases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 (fewer segregating sites, since rare mutations are missing)</a:t>
            </a:r>
            <a:b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</a:b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→ </a:t>
            </a:r>
            <a:r>
              <a:rPr lang="el-GR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π &gt; θ →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D &gt; 0</a:t>
            </a:r>
            <a:endParaRPr lang="en-GB" sz="1600" b="0" i="0" u="none" strike="noStrike" kern="1200" dirty="0">
              <a:solidFill>
                <a:schemeClr val="tx1"/>
              </a:solidFill>
              <a:effectLst/>
              <a:latin typeface="AU Passata" pitchFamily="34" charset="0"/>
              <a:ea typeface="+mn-ea"/>
              <a:cs typeface="Arial" charset="0"/>
            </a:endParaRPr>
          </a:p>
          <a:p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Similarly, a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population bottleneck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 can remove rare alleles, leading to a similar excess of intermediate-frequency variants and 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D &gt; 0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.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6188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5" name="Date_DateCustomA" descr="{&quot;templafy&quot;:{&quot;id&quot;:&quot;c6994d15-c970-4e13-bd74-b7c999269f69&quot;}}">
            <a:extLst>
              <a:ext uri="{FF2B5EF4-FFF2-40B4-BE49-F238E27FC236}">
                <a16:creationId xmlns:a16="http://schemas.microsoft.com/office/drawing/2014/main" id="{7F20FB0B-AB99-D1DA-4E1C-7C844AE406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29. August 2025</a:t>
            </a:r>
          </a:p>
        </p:txBody>
      </p:sp>
      <p:sp>
        <p:nvSpPr>
          <p:cNvPr id="6" name="FLD_Event" descr="{&quot;templafy&quot;:{&quot;id&quot;:&quot;2f5f9d71-c345-4166-8c91-f92dfa0eb233&quot;}}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Evolutionary Thinking</a:t>
            </a:r>
          </a:p>
        </p:txBody>
      </p:sp>
      <p:sp>
        <p:nvSpPr>
          <p:cNvPr id="36" name="USR_Title" descr="{&quot;templafy&quot;:{&quot;id&quot;:&quot;ed32747e-8f98-4606-8227-0f558c8d3c9e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Ph.d.-studerende</a:t>
            </a:r>
          </a:p>
        </p:txBody>
      </p:sp>
      <p:sp>
        <p:nvSpPr>
          <p:cNvPr id="37" name="USR_Name" descr="{&quot;templafy&quot;:{&quot;id&quot;:&quot;ecef74ea-3866-489e-8d84-38ea867fca93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Emma Femke Diepeveen</a:t>
            </a:r>
          </a:p>
        </p:txBody>
      </p:sp>
      <p:pic>
        <p:nvPicPr>
          <p:cNvPr id="818858520" name="SecondaryLogo" descr="{&quot;templafy&quot;:{&quot;id&quot;:&quot;871e7502-b533-4f94-b823-79f7ab2f22ac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18757dc8-73f1-47b8-946c-b7cbc5220d75&quot;}}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9" name="OFF_logo1Computed" descr="{&quot;templafy&quot;:{&quot;id&quot;:&quot;7abe370c-f80b-4a32-ac09-fd30583077e1&quot;}}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8" name="Date_DateCustomA" descr="{&quot;templafy&quot;:{&quot;id&quot;:&quot;2c684135-db69-4f0e-9fe7-3a596ecae385&quot;}}">
            <a:extLst>
              <a:ext uri="{FF2B5EF4-FFF2-40B4-BE49-F238E27FC236}">
                <a16:creationId xmlns:a16="http://schemas.microsoft.com/office/drawing/2014/main" id="{249423E2-54F8-7094-38E5-78521186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29. August 2025</a:t>
            </a:r>
          </a:p>
        </p:txBody>
      </p:sp>
      <p:sp>
        <p:nvSpPr>
          <p:cNvPr id="7" name="FLD_Event" descr="{&quot;templafy&quot;:{&quot;id&quot;:&quot;3ee97908-9ccf-48e4-98de-f350b9070093&quot;}}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Evolutionary Thinking</a:t>
            </a: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 descr="{&quot;templafy&quot;:{&quot;id&quot;:&quot;c8f57c57-7036-47ae-b450-ec78adde0417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Emma Femke Diepeveen</a:t>
            </a:r>
          </a:p>
        </p:txBody>
      </p:sp>
      <p:pic>
        <p:nvPicPr>
          <p:cNvPr id="693657576" name="SecondaryLogo" descr="{&quot;templafy&quot;:{&quot;id&quot;:&quot;93c8e9c1-78e3-49d0-86be-449bf740dd4a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11d7d205-bebf-4777-9e15-31e97c841017&quot;}}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10" name="OFF_logo1Computed" descr="{&quot;templafy&quot;:{&quot;id&quot;:&quot;76d04571-8026-4f99-88bb-c69190fbd3a4&quot;}}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Date_DateCustomA" descr="{&quot;templafy&quot;:{&quot;id&quot;:&quot;55f0c831-472c-4ea8-a2d3-a82f5c3f56e5&quot;}}">
            <a:extLst>
              <a:ext uri="{FF2B5EF4-FFF2-40B4-BE49-F238E27FC236}">
                <a16:creationId xmlns:a16="http://schemas.microsoft.com/office/drawing/2014/main" id="{79F28AD6-C756-3FA9-8D35-B9ED537E5D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29. August 2025</a:t>
            </a:r>
          </a:p>
        </p:txBody>
      </p:sp>
      <p:sp>
        <p:nvSpPr>
          <p:cNvPr id="6" name="FLD_Event" descr="{&quot;templafy&quot;:{&quot;id&quot;:&quot;01b11b71-f2cf-4e2c-b0aa-4b7989ae3a72&quot;}}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Evolutionary Thinking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79515054" name="SecondaryLogo" descr="{&quot;templafy&quot;:{&quot;id&quot;:&quot;737fd2d9-3b18-4e59-b346-afd0d77dcaf4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5c16850b-acca-41ad-90ce-6258473781ed&quot;}}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12" name="OFF_logo1Computed" descr="{&quot;templafy&quot;:{&quot;id&quot;:&quot;61e5ac26-aaa0-41b8-b9ef-24517992f922&quot;}}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 descr="{&quot;templafy&quot;:{&quot;id&quot;:&quot;49f7d88b-62d3-4675-aa80-11fd0206803f&quot;}}"/>
          <p:cNvSpPr/>
          <p:nvPr userDrawn="1"/>
        </p:nvSpPr>
        <p:spPr bwMode="auto">
          <a:xfrm>
            <a:off x="6022613" y="2804400"/>
            <a:ext cx="65" cy="739391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09/10/2025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5" name="Date_DateCustomA" descr="{&quot;templafy&quot;:{&quot;id&quot;:&quot;e9ec1846-fc70-4b1f-91d1-af31a7ef0312&quot;}}">
            <a:extLst>
              <a:ext uri="{FF2B5EF4-FFF2-40B4-BE49-F238E27FC236}">
                <a16:creationId xmlns:a16="http://schemas.microsoft.com/office/drawing/2014/main" id="{2DB864AE-EC00-948C-4AD8-CC3FC72BC8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29. August 2025</a:t>
            </a:r>
          </a:p>
        </p:txBody>
      </p:sp>
      <p:sp>
        <p:nvSpPr>
          <p:cNvPr id="4" name="FLD_Event" descr="{&quot;templafy&quot;:{&quot;id&quot;:&quot;6b5290eb-2f43-4d9e-9d6d-e0daf52783fe&quot;}}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Evolutionary Thinking</a:t>
            </a:r>
          </a:p>
        </p:txBody>
      </p:sp>
      <p:sp>
        <p:nvSpPr>
          <p:cNvPr id="28" name="USR_Title" descr="{&quot;templafy&quot;:{&quot;id&quot;:&quot;77b6b9a6-262d-4793-baa6-9017e23b17f8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Ph.d.-studerende</a:t>
            </a:r>
          </a:p>
        </p:txBody>
      </p:sp>
      <p:sp>
        <p:nvSpPr>
          <p:cNvPr id="21" name="USR_Name" descr="{&quot;templafy&quot;:{&quot;id&quot;:&quot;ddceb61f-142b-4271-810f-7e88745c4f6a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Emma Femke Diepeveen</a:t>
            </a:r>
          </a:p>
        </p:txBody>
      </p:sp>
      <p:pic>
        <p:nvPicPr>
          <p:cNvPr id="1313023955" name="SecondaryLogo_sort" descr="{&quot;templafy&quot;:{&quot;id&quot;:&quot;f3841f7a-f501-4eb1-a69e-e9c157c99b09&quot;}}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5d3e756c-a45e-4103-adbe-cc33deb505f2&quot;}}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26" name="OFF_logo1Computed" descr="{&quot;templafy&quot;:{&quot;id&quot;:&quot;8014843d-a4f2-4a18-9d55-4244c2438944&quot;}}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85838" y="2648542"/>
            <a:ext cx="10220325" cy="1329595"/>
          </a:xfrm>
        </p:spPr>
        <p:txBody>
          <a:bodyPr/>
          <a:lstStyle/>
          <a:p>
            <a:r>
              <a:rPr lang="en-GB" dirty="0"/>
              <a:t>Tests of neutrality</a:t>
            </a:r>
            <a:br>
              <a:rPr lang="en-GB" dirty="0"/>
            </a:br>
            <a:r>
              <a:rPr lang="en-GB" sz="3600" dirty="0"/>
              <a:t>week 41 r exercises</a:t>
            </a:r>
            <a:endParaRPr lang="en-GB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1589-FB20-171F-A329-378DAFCC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230400"/>
            <a:ext cx="5644263" cy="752400"/>
          </a:xfrm>
        </p:spPr>
        <p:txBody>
          <a:bodyPr wrap="square" anchor="t">
            <a:normAutofit/>
          </a:bodyPr>
          <a:lstStyle/>
          <a:p>
            <a:r>
              <a:rPr lang="en-DK" sz="2500"/>
              <a:t>Primate of the</a:t>
            </a:r>
            <a:br>
              <a:rPr lang="en-DK" sz="2500"/>
            </a:br>
            <a:r>
              <a:rPr lang="en-DK" sz="2500"/>
              <a:t> Week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30E74-81AB-3E6F-CEBE-78DD66D1B2C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pPr>
              <a:spcAft>
                <a:spcPts val="600"/>
              </a:spcAft>
            </a:pPr>
            <a:fld id="{D0C34056-17A0-4C45-B945-644AE25D63C3}" type="datetime1">
              <a:rPr lang="en-GB" smtClean="0"/>
              <a:pPr>
                <a:spcAft>
                  <a:spcPts val="600"/>
                </a:spcAft>
              </a:pPr>
              <a:t>09/10/2025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7BBC58-93EA-0ABA-1DCD-3E84EAF0ACC4}"/>
              </a:ext>
            </a:extLst>
          </p:cNvPr>
          <p:cNvSpPr txBox="1">
            <a:spLocks/>
          </p:cNvSpPr>
          <p:nvPr/>
        </p:nvSpPr>
        <p:spPr bwMode="auto">
          <a:xfrm>
            <a:off x="985838" y="1541101"/>
            <a:ext cx="4975225" cy="4525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b="1" kern="0"/>
              <a:t>Chimpanzee</a:t>
            </a:r>
          </a:p>
          <a:p>
            <a:pPr>
              <a:buFont typeface="Calibri" panose="020F0502020204030204" pitchFamily="34" charset="0"/>
              <a:buNone/>
            </a:pPr>
            <a:r>
              <a:rPr lang="en-US" i="1" kern="0"/>
              <a:t>Pan Troglodytes</a:t>
            </a:r>
            <a:endParaRPr lang="en-DK" kern="0"/>
          </a:p>
          <a:p>
            <a:endParaRPr lang="en-DK" i="1" kern="0"/>
          </a:p>
          <a:p>
            <a:r>
              <a:rPr lang="en-DK" kern="0"/>
              <a:t>Africa</a:t>
            </a:r>
          </a:p>
          <a:p>
            <a:endParaRPr lang="en-DK" kern="0"/>
          </a:p>
          <a:p>
            <a:r>
              <a:rPr lang="en-DK" kern="0"/>
              <a:t>Closest human ancestar</a:t>
            </a:r>
          </a:p>
          <a:p>
            <a:endParaRPr lang="en-DK" i="1" kern="0"/>
          </a:p>
          <a:p>
            <a:r>
              <a:rPr lang="en-US" kern="0"/>
              <a:t>In honor of Jane Goodall</a:t>
            </a:r>
          </a:p>
          <a:p>
            <a:pPr marL="252000" lvl="1" indent="0">
              <a:buFont typeface="Arial" panose="020B0604020202020204" pitchFamily="34" charset="0"/>
              <a:buNone/>
            </a:pPr>
            <a:r>
              <a:rPr lang="en-US" kern="0"/>
              <a:t>Chimpanzees use tools </a:t>
            </a:r>
            <a:endParaRPr lang="en-DK" i="1" kern="0" dirty="0"/>
          </a:p>
        </p:txBody>
      </p:sp>
      <p:pic>
        <p:nvPicPr>
          <p:cNvPr id="9" name="Picture 2" descr="Fascinating Chimpanzees Facts | The Great Projects">
            <a:extLst>
              <a:ext uri="{FF2B5EF4-FFF2-40B4-BE49-F238E27FC236}">
                <a16:creationId xmlns:a16="http://schemas.microsoft.com/office/drawing/2014/main" id="{3E6B8E76-F164-2DEF-9CAA-BA5CF541F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579" y="116632"/>
            <a:ext cx="3687451" cy="368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Jane Goodall dies: Chimpanzee expert and environmental advocate's final  message | Vox">
            <a:extLst>
              <a:ext uri="{FF2B5EF4-FFF2-40B4-BE49-F238E27FC236}">
                <a16:creationId xmlns:a16="http://schemas.microsoft.com/office/drawing/2014/main" id="{EB625106-2558-CB65-E864-48477D5E9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475" y="3933056"/>
            <a:ext cx="3991661" cy="265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222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05E9-B4E9-F566-D4FD-3E1EE8BF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DK" dirty="0"/>
              <a:t>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8ADB8-02BB-98C8-36F9-F80664945E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8636966" cy="4525964"/>
          </a:xfrm>
        </p:spPr>
        <p:txBody>
          <a:bodyPr/>
          <a:lstStyle/>
          <a:p>
            <a:r>
              <a:rPr lang="en-DK" dirty="0"/>
              <a:t>1. Recap of questions from </a:t>
            </a:r>
            <a:r>
              <a:rPr lang="en-GB" dirty="0"/>
              <a:t>W</a:t>
            </a:r>
            <a:r>
              <a:rPr lang="en-DK" dirty="0"/>
              <a:t>ednesday</a:t>
            </a:r>
          </a:p>
          <a:p>
            <a:r>
              <a:rPr lang="en-DK" dirty="0"/>
              <a:t>Which formulas to know/what to know from the book chapeters</a:t>
            </a:r>
          </a:p>
          <a:p>
            <a:endParaRPr lang="en-DK" dirty="0"/>
          </a:p>
          <a:p>
            <a:r>
              <a:rPr lang="en-DK" dirty="0"/>
              <a:t>2. R exercises on SARS-CoV evolution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8B2AC-A353-CBD3-8066-DAE25171D7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9529B5F-8D4E-004E-B315-5BE3B2EEF546}" type="datetime1">
              <a:rPr lang="en-GB" smtClean="0"/>
              <a:t>09/10/2025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644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F260-B089-9BF6-33C1-6CAF54927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230400"/>
            <a:ext cx="5913398" cy="752400"/>
          </a:xfrm>
        </p:spPr>
        <p:txBody>
          <a:bodyPr/>
          <a:lstStyle/>
          <a:p>
            <a:r>
              <a:rPr lang="en-DK" dirty="0"/>
              <a:t>Viability rates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B8DA-41BD-3C37-42A1-5E312E76D0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7788" y="1556792"/>
            <a:ext cx="10729192" cy="4525964"/>
          </a:xfrm>
        </p:spPr>
        <p:txBody>
          <a:bodyPr/>
          <a:lstStyle/>
          <a:p>
            <a:r>
              <a:rPr lang="en-US" b="1" u="sng" dirty="0"/>
              <a:t>Viability rates</a:t>
            </a:r>
          </a:p>
          <a:p>
            <a:r>
              <a:rPr lang="en-GB" dirty="0"/>
              <a:t>Viability selection: </a:t>
            </a:r>
            <a:r>
              <a:rPr lang="en-GB" i="1" dirty="0"/>
              <a:t>selection that occurs because individuals with different genotypes differ in their rate of survival from zygote stage to adulthood</a:t>
            </a:r>
            <a:endParaRPr lang="en-DK" i="1" dirty="0"/>
          </a:p>
          <a:p>
            <a:endParaRPr lang="en-US" b="1" u="sng" dirty="0">
              <a:solidFill>
                <a:schemeClr val="bg2">
                  <a:lumMod val="75000"/>
                  <a:lumOff val="25000"/>
                </a:schemeClr>
              </a:solidFill>
            </a:endParaRPr>
          </a:p>
          <a:p>
            <a:endParaRPr lang="en-US" b="1" u="sng" dirty="0">
              <a:solidFill>
                <a:schemeClr val="bg2">
                  <a:lumMod val="75000"/>
                  <a:lumOff val="25000"/>
                </a:schemeClr>
              </a:solidFill>
            </a:endParaRPr>
          </a:p>
          <a:p>
            <a:r>
              <a:rPr lang="en-US" dirty="0"/>
              <a:t>How many individuals survive from one stage to another </a:t>
            </a:r>
          </a:p>
          <a:p>
            <a:r>
              <a:rPr lang="en-US" dirty="0"/>
              <a:t>-&gt; whether certain </a:t>
            </a:r>
            <a:r>
              <a:rPr lang="en-US" dirty="0">
                <a:solidFill>
                  <a:srgbClr val="0070C0"/>
                </a:solidFill>
              </a:rPr>
              <a:t>genotypes</a:t>
            </a:r>
            <a:r>
              <a:rPr lang="en-US" dirty="0"/>
              <a:t> (gene combinations</a:t>
            </a:r>
            <a:r>
              <a:rPr lang="en-US" dirty="0">
                <a:solidFill>
                  <a:srgbClr val="0070C0"/>
                </a:solidFill>
              </a:rPr>
              <a:t>) survive better than others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Example: </a:t>
            </a:r>
            <a:r>
              <a:rPr lang="en-GB" dirty="0"/>
              <a:t>If 80% of AA individuals survive, but only 50% of aa do, the AA genotype has a higher viability rate → natural selection may favour it.</a:t>
            </a:r>
          </a:p>
          <a:p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6ADD9-8426-38B7-EDD3-FFB2039DDD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EC41F5C-C709-A54B-961C-5FD82082BFB9}" type="datetime1">
              <a:rPr lang="en-GB" smtClean="0"/>
              <a:t>09/10/2025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28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1EA0-4F26-183E-2671-A3FFC497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230400"/>
            <a:ext cx="11178212" cy="752400"/>
          </a:xfrm>
        </p:spPr>
        <p:txBody>
          <a:bodyPr/>
          <a:lstStyle/>
          <a:p>
            <a:r>
              <a:rPr lang="en-US" dirty="0"/>
              <a:t>Tests of neutrality – </a:t>
            </a:r>
            <a:r>
              <a:rPr lang="en-US" sz="1400" dirty="0"/>
              <a:t>counting mutations and dividing into categories</a:t>
            </a:r>
            <a:br>
              <a:rPr lang="en-DK" sz="1400" dirty="0"/>
            </a:b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94C65-AADF-A945-A016-EB63C44582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b="1" u="sng" dirty="0"/>
              <a:t>HKA test </a:t>
            </a:r>
          </a:p>
          <a:p>
            <a:r>
              <a:rPr lang="en-DK" dirty="0"/>
              <a:t>Idea: compares variation </a:t>
            </a:r>
            <a:r>
              <a:rPr lang="en-DK" dirty="0">
                <a:solidFill>
                  <a:srgbClr val="0070C0"/>
                </a:solidFill>
              </a:rPr>
              <a:t>within a species </a:t>
            </a:r>
            <a:r>
              <a:rPr lang="en-DK" dirty="0"/>
              <a:t>(polymorphism) to </a:t>
            </a:r>
            <a:r>
              <a:rPr lang="en-DK" dirty="0">
                <a:solidFill>
                  <a:srgbClr val="0070C0"/>
                </a:solidFill>
              </a:rPr>
              <a:t>differences between species</a:t>
            </a:r>
            <a:r>
              <a:rPr lang="en-DK" dirty="0"/>
              <a:t> (divergence) at different genes)</a:t>
            </a:r>
          </a:p>
          <a:p>
            <a:endParaRPr lang="en-DK" dirty="0"/>
          </a:p>
          <a:p>
            <a:r>
              <a:rPr lang="en-DK" dirty="0"/>
              <a:t>Neutral expectation: Genes with more divergence should also have more polymorphisms </a:t>
            </a:r>
          </a:p>
          <a:p>
            <a:endParaRPr lang="en-DK" dirty="0"/>
          </a:p>
          <a:p>
            <a:r>
              <a:rPr lang="en-DK" dirty="0"/>
              <a:t>If not: suggest selection </a:t>
            </a:r>
            <a:r>
              <a:rPr lang="en-DK" dirty="0">
                <a:sym typeface="Wingdings" pitchFamily="2" charset="2"/>
              </a:rPr>
              <a:t> </a:t>
            </a:r>
            <a:r>
              <a:rPr lang="en-DK" dirty="0"/>
              <a:t>some genes may evolve faster or slower than expected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00A03-9769-8B0D-8BA1-204E8315056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240B4E-7D7E-FD48-8247-0259C823D1A2}" type="datetime1">
              <a:rPr lang="en-GB" smtClean="0"/>
              <a:t>09/10/2025</a:t>
            </a:fld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C97760A-8287-26A0-19B9-E7C94F0E30E5}"/>
              </a:ext>
            </a:extLst>
          </p:cNvPr>
          <p:cNvSpPr txBox="1">
            <a:spLocks/>
          </p:cNvSpPr>
          <p:nvPr/>
        </p:nvSpPr>
        <p:spPr bwMode="auto">
          <a:xfrm>
            <a:off x="6519787" y="963863"/>
            <a:ext cx="4975225" cy="4525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DK" b="1" u="sng" kern="0" dirty="0"/>
              <a:t>McDonald-Kreitman test </a:t>
            </a:r>
          </a:p>
          <a:p>
            <a:r>
              <a:rPr lang="en-DK" b="1" kern="0" dirty="0"/>
              <a:t>Idea</a:t>
            </a:r>
            <a:r>
              <a:rPr lang="en-DK" kern="0" dirty="0"/>
              <a:t>: </a:t>
            </a:r>
            <a:r>
              <a:rPr lang="en-GB" dirty="0"/>
              <a:t>Compares </a:t>
            </a:r>
            <a:r>
              <a:rPr lang="en-GB" b="1" dirty="0">
                <a:solidFill>
                  <a:srgbClr val="0070C0"/>
                </a:solidFill>
              </a:rPr>
              <a:t>synonymous</a:t>
            </a:r>
            <a:r>
              <a:rPr lang="en-GB" dirty="0"/>
              <a:t> vs. </a:t>
            </a:r>
            <a:r>
              <a:rPr lang="en-GB" b="1" dirty="0">
                <a:solidFill>
                  <a:srgbClr val="0070C0"/>
                </a:solidFill>
              </a:rPr>
              <a:t>nonsynonymous</a:t>
            </a:r>
            <a:r>
              <a:rPr lang="en-GB" dirty="0"/>
              <a:t> mutations.</a:t>
            </a:r>
          </a:p>
          <a:p>
            <a:endParaRPr lang="en-DK" kern="0" dirty="0"/>
          </a:p>
          <a:p>
            <a:r>
              <a:rPr lang="en-DK" b="1" kern="0" dirty="0"/>
              <a:t>Neutral expectation</a:t>
            </a:r>
            <a:r>
              <a:rPr lang="en-DK" kern="0" dirty="0"/>
              <a:t>: </a:t>
            </a:r>
            <a:r>
              <a:rPr lang="en-GB" dirty="0"/>
              <a:t>The ratio of nonsynonymous/synonymous changes should be </a:t>
            </a:r>
            <a:r>
              <a:rPr lang="en-GB" b="1" dirty="0">
                <a:solidFill>
                  <a:srgbClr val="0070C0"/>
                </a:solidFill>
              </a:rPr>
              <a:t>the same</a:t>
            </a:r>
            <a:r>
              <a:rPr lang="en-GB" dirty="0">
                <a:solidFill>
                  <a:srgbClr val="0070C0"/>
                </a:solidFill>
              </a:rPr>
              <a:t> </a:t>
            </a:r>
            <a:r>
              <a:rPr lang="en-GB" dirty="0"/>
              <a:t>within species (polymorphism) and between species (fixed differences).</a:t>
            </a:r>
          </a:p>
          <a:p>
            <a:endParaRPr lang="en-DK" kern="0" dirty="0"/>
          </a:p>
          <a:p>
            <a:r>
              <a:rPr lang="en-DK" b="1" kern="0" dirty="0"/>
              <a:t>If not: </a:t>
            </a:r>
          </a:p>
          <a:p>
            <a:r>
              <a:rPr lang="en-GB" dirty="0"/>
              <a:t>Too many fixed nonsynonymous → </a:t>
            </a:r>
            <a:r>
              <a:rPr lang="en-GB" b="1" dirty="0">
                <a:solidFill>
                  <a:srgbClr val="0070C0"/>
                </a:solidFill>
              </a:rPr>
              <a:t>positive selection</a:t>
            </a:r>
            <a:r>
              <a:rPr lang="en-GB" dirty="0"/>
              <a:t> (adaptive evolution)</a:t>
            </a:r>
          </a:p>
          <a:p>
            <a:r>
              <a:rPr lang="en-GB" dirty="0"/>
              <a:t>Too few → </a:t>
            </a:r>
            <a:r>
              <a:rPr lang="en-GB" b="1" dirty="0">
                <a:solidFill>
                  <a:srgbClr val="0070C0"/>
                </a:solidFill>
              </a:rPr>
              <a:t>purifying selection</a:t>
            </a:r>
            <a:r>
              <a:rPr lang="en-GB" dirty="0">
                <a:solidFill>
                  <a:srgbClr val="0070C0"/>
                </a:solidFill>
              </a:rPr>
              <a:t> </a:t>
            </a:r>
            <a:r>
              <a:rPr lang="en-GB" dirty="0"/>
              <a:t>(removal of harmful mutations)</a:t>
            </a:r>
          </a:p>
          <a:p>
            <a:endParaRPr lang="en-DK" kern="0" dirty="0"/>
          </a:p>
        </p:txBody>
      </p:sp>
    </p:spTree>
    <p:extLst>
      <p:ext uri="{BB962C8B-B14F-4D97-AF65-F5344CB8AC3E}">
        <p14:creationId xmlns:p14="http://schemas.microsoft.com/office/powerpoint/2010/main" val="208308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83DD-AB62-5ECA-7094-CD426C52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230400"/>
            <a:ext cx="11610260" cy="752400"/>
          </a:xfrm>
        </p:spPr>
        <p:txBody>
          <a:bodyPr/>
          <a:lstStyle/>
          <a:p>
            <a:r>
              <a:rPr lang="en-GB" dirty="0"/>
              <a:t>T</a:t>
            </a:r>
            <a:r>
              <a:rPr lang="en-DK" dirty="0"/>
              <a:t>ests of neutrality -</a:t>
            </a:r>
            <a:r>
              <a:rPr lang="en-US" sz="1600" dirty="0"/>
              <a:t>counting mutations and dividing into categories</a:t>
            </a:r>
            <a:br>
              <a:rPr lang="en-DK" sz="4800" dirty="0"/>
            </a:b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1B0E6-ADE4-C55B-6939-10C76E0905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1764" y="1124744"/>
            <a:ext cx="8136904" cy="4525964"/>
          </a:xfrm>
        </p:spPr>
        <p:txBody>
          <a:bodyPr/>
          <a:lstStyle/>
          <a:p>
            <a:r>
              <a:rPr lang="en-GB" b="1" u="sng" dirty="0"/>
              <a:t>Site Frequency Spectrum (SFS)</a:t>
            </a:r>
          </a:p>
          <a:p>
            <a:r>
              <a:rPr lang="en-GB" b="1" dirty="0"/>
              <a:t>Idea:</a:t>
            </a:r>
            <a:r>
              <a:rPr lang="en-GB" dirty="0"/>
              <a:t> Looks at how common or rare mutations are in a population.</a:t>
            </a:r>
          </a:p>
          <a:p>
            <a:endParaRPr lang="en-GB" dirty="0"/>
          </a:p>
          <a:p>
            <a:r>
              <a:rPr lang="en-GB" b="1" dirty="0"/>
              <a:t>Neutral expectation:</a:t>
            </a:r>
            <a:r>
              <a:rPr lang="en-GB" dirty="0"/>
              <a:t> Most mutations are rare, but there’s a predictable distribution.</a:t>
            </a:r>
          </a:p>
          <a:p>
            <a:endParaRPr lang="en-GB" b="1" dirty="0"/>
          </a:p>
          <a:p>
            <a:r>
              <a:rPr lang="en-GB" b="1" dirty="0"/>
              <a:t>Deviations tell us: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Sweep: </a:t>
            </a:r>
            <a:r>
              <a:rPr lang="en-GB" dirty="0"/>
              <a:t>excess of high AND low frequency alleles but fewer alleles of intermediate frequency: linked alleles go up in frequency, unlinked alleles go down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Balancing</a:t>
            </a:r>
            <a:r>
              <a:rPr lang="en-GB" dirty="0"/>
              <a:t>: linked alleles are maintained at higher frequencies than expected: SFS will contain more alleles in intermediate freq.</a:t>
            </a:r>
          </a:p>
          <a:p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8555D-D423-4B29-6F51-BB117A49473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3BCE846-1731-3547-9441-D37924E1E815}" type="datetime1">
              <a:rPr lang="en-GB" smtClean="0"/>
              <a:t>09/10/2025</a:t>
            </a:fld>
            <a:endParaRPr lang="en-GB" dirty="0"/>
          </a:p>
        </p:txBody>
      </p:sp>
      <p:pic>
        <p:nvPicPr>
          <p:cNvPr id="8" name="Picture 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49FDE75-E160-FC40-58E7-C80CFB3FC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890" y="2420888"/>
            <a:ext cx="3672808" cy="238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E3886-FA7B-EDC7-7B1B-9F1A5F76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AA8F-03B4-D308-247C-4768F9E0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230400"/>
            <a:ext cx="11610260" cy="752400"/>
          </a:xfrm>
        </p:spPr>
        <p:txBody>
          <a:bodyPr/>
          <a:lstStyle/>
          <a:p>
            <a:r>
              <a:rPr lang="en-GB" dirty="0"/>
              <a:t>T</a:t>
            </a:r>
            <a:r>
              <a:rPr lang="en-DK" dirty="0"/>
              <a:t>ests of neutrality –</a:t>
            </a:r>
            <a:r>
              <a:rPr lang="en-US" sz="1600" dirty="0"/>
              <a:t>allele frequencies approach</a:t>
            </a:r>
            <a:br>
              <a:rPr lang="en-DK" sz="4800" dirty="0"/>
            </a:br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7602A-7096-4615-44FF-C6AE1E613B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3BCE846-1731-3547-9441-D37924E1E815}" type="datetime1">
              <a:rPr lang="en-GB" smtClean="0"/>
              <a:t>09/10/2025</a:t>
            </a:fld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D14C142-9B3B-BA77-167D-6891558B0B22}"/>
              </a:ext>
            </a:extLst>
          </p:cNvPr>
          <p:cNvSpPr txBox="1">
            <a:spLocks/>
          </p:cNvSpPr>
          <p:nvPr/>
        </p:nvSpPr>
        <p:spPr bwMode="auto">
          <a:xfrm>
            <a:off x="621804" y="1196752"/>
            <a:ext cx="6120680" cy="4946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b="1" u="sng" dirty="0"/>
              <a:t>Tajima’s D Test</a:t>
            </a:r>
          </a:p>
          <a:p>
            <a:r>
              <a:rPr lang="en-GB" b="1" dirty="0"/>
              <a:t>Idea:</a:t>
            </a:r>
            <a:r>
              <a:rPr lang="en-GB" dirty="0"/>
              <a:t> detect deviation in the distribution of allele frequencies from that expected under a neutral model</a:t>
            </a:r>
          </a:p>
          <a:p>
            <a:r>
              <a:rPr lang="en-GB" dirty="0"/>
              <a:t>Compares two measures of genetic diversity:</a:t>
            </a:r>
          </a:p>
          <a:p>
            <a:pPr lvl="1"/>
            <a:r>
              <a:rPr lang="en-GB" b="1" dirty="0"/>
              <a:t>Population diversity </a:t>
            </a:r>
            <a:r>
              <a:rPr lang="en-GB" dirty="0"/>
              <a:t>(number of polymorphisms)</a:t>
            </a:r>
          </a:p>
          <a:p>
            <a:pPr lvl="1"/>
            <a:r>
              <a:rPr lang="en-GB" b="1" dirty="0"/>
              <a:t>Average pairwise differences</a:t>
            </a:r>
            <a:r>
              <a:rPr lang="en-GB" dirty="0"/>
              <a:t> (how different sequences are) (pi)</a:t>
            </a:r>
          </a:p>
          <a:p>
            <a:endParaRPr lang="en-GB" b="1" dirty="0"/>
          </a:p>
          <a:p>
            <a:r>
              <a:rPr lang="en-GB" b="1" dirty="0"/>
              <a:t>Interpretation:</a:t>
            </a:r>
            <a:endParaRPr lang="en-GB" dirty="0"/>
          </a:p>
          <a:p>
            <a:pPr lvl="1"/>
            <a:r>
              <a:rPr lang="en-GB" b="1" dirty="0"/>
              <a:t>D ≈ 0</a:t>
            </a:r>
            <a:r>
              <a:rPr lang="en-GB" dirty="0"/>
              <a:t> → neutral evolution.</a:t>
            </a:r>
          </a:p>
          <a:p>
            <a:pPr lvl="1"/>
            <a:r>
              <a:rPr lang="en-GB" b="1" dirty="0"/>
              <a:t>D &lt; 0</a:t>
            </a:r>
            <a:r>
              <a:rPr lang="en-GB" dirty="0"/>
              <a:t> → Recent selective sweep (excess of rare alleles)</a:t>
            </a:r>
          </a:p>
          <a:p>
            <a:pPr lvl="1"/>
            <a:r>
              <a:rPr lang="en-GB" b="1" dirty="0"/>
              <a:t>D &gt; 0</a:t>
            </a:r>
            <a:r>
              <a:rPr lang="en-GB" dirty="0"/>
              <a:t> → Balancing selection (lack of rare alleles)</a:t>
            </a:r>
          </a:p>
          <a:p>
            <a:r>
              <a:rPr lang="en-GB" dirty="0"/>
              <a:t>|D|&gt;1.8 can reject neutrality with 5% significance (in the absence of recombination)</a:t>
            </a:r>
          </a:p>
          <a:p>
            <a:pPr lvl="1"/>
            <a:endParaRPr lang="en-GB" dirty="0"/>
          </a:p>
          <a:p>
            <a:endParaRPr lang="en-DK" kern="0" dirty="0"/>
          </a:p>
        </p:txBody>
      </p:sp>
      <p:pic>
        <p:nvPicPr>
          <p:cNvPr id="9" name="Picture 8" descr="A graph with numbers and stars&#10;&#10;AI-generated content may be incorrect.">
            <a:extLst>
              <a:ext uri="{FF2B5EF4-FFF2-40B4-BE49-F238E27FC236}">
                <a16:creationId xmlns:a16="http://schemas.microsoft.com/office/drawing/2014/main" id="{5BF8C7E5-7804-5530-78F9-C917C66FD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712" y="982800"/>
            <a:ext cx="3796944" cy="4390416"/>
          </a:xfrm>
          <a:prstGeom prst="rect">
            <a:avLst/>
          </a:prstGeom>
        </p:spPr>
      </p:pic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8166610-4E0B-D66D-4E48-429E75AC1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936" y="3429000"/>
            <a:ext cx="2943095" cy="125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68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17FE-9B3D-0B38-ED8B-7B59496B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17" y="315913"/>
            <a:ext cx="5644263" cy="752400"/>
          </a:xfrm>
        </p:spPr>
        <p:txBody>
          <a:bodyPr/>
          <a:lstStyle/>
          <a:p>
            <a:r>
              <a:rPr lang="en-DK" dirty="0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2960A-2AF4-9115-4F61-EC8E7620DD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R exercises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9E998-56AD-2539-037A-8C1D2BA39C0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D78876E-C25A-334F-B8DA-6C16B9923848}" type="datetime1">
              <a:rPr lang="en-GB" smtClean="0"/>
              <a:t>09/10/2025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818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5112-AE24-3320-74CD-8E8ABD9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Next week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6BB90-FA63-1C41-F440-E206D352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B8E9-4B6A-0044-ABB3-17B2A5119A8F}" type="datetime1">
              <a:rPr lang="en-GB" smtClean="0"/>
              <a:t>10/10/2025</a:t>
            </a:fld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CDCD88-4C72-8DA3-6D6E-5E7577600944}"/>
              </a:ext>
            </a:extLst>
          </p:cNvPr>
          <p:cNvSpPr txBox="1">
            <a:spLocks/>
          </p:cNvSpPr>
          <p:nvPr/>
        </p:nvSpPr>
        <p:spPr bwMode="auto">
          <a:xfrm>
            <a:off x="631825" y="3429000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defRPr sz="4500" b="1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2pPr>
            <a:lvl3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3pPr>
            <a:lvl4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4pPr>
            <a:lvl5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5pPr>
            <a:lvl6pPr marL="4572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6pPr>
            <a:lvl7pPr marL="9144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7pPr>
            <a:lvl8pPr marL="13716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8pPr>
            <a:lvl9pPr marL="18288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9pPr>
          </a:lstStyle>
          <a:p>
            <a:pPr>
              <a:buFontTx/>
            </a:pPr>
            <a:r>
              <a:rPr lang="en-GB" kern="0" dirty="0">
                <a:solidFill>
                  <a:srgbClr val="0070C0"/>
                </a:solidFill>
              </a:rPr>
              <a:t>autumn</a:t>
            </a:r>
            <a:r>
              <a:rPr lang="en-DK" kern="0" dirty="0">
                <a:solidFill>
                  <a:srgbClr val="0070C0"/>
                </a:solidFill>
              </a:rPr>
              <a:t> break ! </a:t>
            </a:r>
          </a:p>
        </p:txBody>
      </p:sp>
    </p:spTree>
    <p:extLst>
      <p:ext uri="{BB962C8B-B14F-4D97-AF65-F5344CB8AC3E}">
        <p14:creationId xmlns:p14="http://schemas.microsoft.com/office/powerpoint/2010/main" val="214205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a="http://schemas.openxmlformats.org/drawingml/2006/main" name="AU 16:9">
  <a:themeElements>
    <a:clrScheme name="01 AU 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TemplateConfiguration><![CDATA[{"elementsMetadata":[{"type":"shape","id":"e9ec1846-fc70-4b1f-91d1-af31a7ef0312","elementConfiguration":{"binding":"{{FormatDateTime(Form.Date, \"d. MMMM yyyy\")}}","visibility":"","type":"text","disableUpdates":false}},{"type":"shape","id":"6b5290eb-2f43-4d9e-9d6d-e0daf52783fe","elementConfiguration":{"binding":"{{Form.EventOccasion}}","visibility":"","type":"text","disableUpdates":false}},{"type":"shape","id":"77b6b9a6-262d-4793-baa6-9017e23b17f8","elementConfiguration":{"binding":"{{UserProfile.Title}}","visibility":"","type":"text","disableUpdates":false}},{"type":"shape","id":"ddceb61f-142b-4271-810f-7e88745c4f6a","elementConfiguration":{"binding":"{{UserProfile.Name}}","visibility":"","type":"text","disableUpdates":false}},{"type":"shape","id":"f3841f7a-f501-4eb1-a69e-e9c157c99b09","elementConfiguration":{"inheritDimensions":"{{InheritDimensions.InheritNone}}","width":"4.61 cm","height":"1.55 cm","image":"{{UserProfile.UnitId.ExtraLogoRef.ImageRightAlignedRef.ImageFile}}","visibility":"","type":"image","disableUpdates":false}},{"type":"shape","id":"5d3e756c-a45e-4103-adbe-cc33deb505f2","elementConfiguration":{"binding":"{{UserProfile.UnitId.Logo2}}","visibility":"","type":"text","disableUpdates":false}},{"type":"shape","id":"8014843d-a4f2-4a18-9d55-4244c2438944","elementConfiguration":{"binding":"{{UserProfile.UnitId.Logo1PowerPoint}}","visibility":"","type":"text","disableUpdates":false}},{"type":"shape","id":"55f0c831-472c-4ea8-a2d3-a82f5c3f56e5","elementConfiguration":{"binding":"{{FormatDateTime(Form.Date, \"d. MMMM yyyy\")}}","visibility":"","type":"text","disableUpdates":false}},{"type":"shape","id":"01b11b71-f2cf-4e2c-b0aa-4b7989ae3a72","elementConfiguration":{"binding":"{{Form.EventOccasion}}","visibility":"","type":"text","disableUpdates":false}},{"type":"shape","id":"737fd2d9-3b18-4e59-b346-afd0d77dcaf4","elementConfiguration":{"inheritDimensions":"{{InheritDimensions.InheritNone}}","width":"4.61 cm","height":"1.55 cm","image":"{{UserProfile.UnitId.ExtraLogoRef.ImageRightAlignedNegRef.ImageFile}}","visibility":"","type":"image","disableUpdates":false}},{"type":"shape","id":"5c16850b-acca-41ad-90ce-6258473781ed","elementConfiguration":{"binding":"{{UserProfile.UnitId.Logo2}}","visibility":"","type":"text","disableUpdates":false}},{"type":"shape","id":"61e5ac26-aaa0-41b8-b9ef-24517992f922","elementConfiguration":{"binding":"{{UserProfile.UnitId.Logo1PowerPoint}}","visibility":"","type":"text","disableUpdates":false}},{"type":"shape","id":"2c684135-db69-4f0e-9fe7-3a596ecae385","elementConfiguration":{"binding":"{{FormatDateTime(Form.Date, \"d. MMMM yyyy\")}}","visibility":"","type":"text","disableUpdates":false}},{"type":"shape","id":"3ee97908-9ccf-48e4-98de-f350b9070093","elementConfiguration":{"binding":"{{Form.EventOccasion}}","visibility":"","type":"text","disableUpdates":false}},{"type":"shape","id":"c8f57c57-7036-47ae-b450-ec78adde0417","elementConfiguration":{"binding":"{{UserProfile.Name}}","visibility":"","type":"text","disableUpdates":false}},{"type":"shape","id":"93c8e9c1-78e3-49d0-86be-449bf740dd4a","elementConfiguration":{"inheritDimensions":"{{InheritDimensions.InheritNone}}","width":"4.61 cm","height":"1.55 cm","image":"{{UserProfile.UnitId.ExtraLogoRef.ImageRightAlignedNegRef.ImageFile}}","visibility":"","type":"image","disableUpdates":false}},{"type":"shape","id":"11d7d205-bebf-4777-9e15-31e97c841017","elementConfiguration":{"binding":"{{UserProfile.UnitId.Logo2}}","visibility":"","type":"text","disableUpdates":false}},{"type":"shape","id":"76d04571-8026-4f99-88bb-c69190fbd3a4","elementConfiguration":{"binding":"{{UserProfile.UnitId.Logo1PowerPoint}}","visibility":"","type":"text","disableUpdates":false}},{"type":"shape","id":"49f7d88b-62d3-4675-aa80-11fd0206803f","elementConfiguration":{"binding":"{{UserProfile.UnitId.Logo1PowerPoint}}","visibility":"","type":"text","disableUpdates":false}},{"type":"shape","id":"c6994d15-c970-4e13-bd74-b7c999269f69","elementConfiguration":{"binding":"{{FormatDateTime(Form.Date, \"d. MMMM yyyy\")}}","visibility":"","type":"text","disableUpdates":false}},{"type":"shape","id":"2f5f9d71-c345-4166-8c91-f92dfa0eb233","elementConfiguration":{"binding":"{{Form.EventOccasion}}","visibility":"","type":"text","disableUpdates":false}},{"type":"shape","id":"ed32747e-8f98-4606-8227-0f558c8d3c9e","elementConfiguration":{"binding":"{{UserProfile.Title}}","visibility":"","type":"text","disableUpdates":false}},{"type":"shape","id":"ecef74ea-3866-489e-8d84-38ea867fca93","elementConfiguration":{"binding":"{{UserProfile.Name}}","visibility":"","type":"text","disableUpdates":false}},{"type":"shape","id":"871e7502-b533-4f94-b823-79f7ab2f22ac","elementConfiguration":{"inheritDimensions":"{{InheritDimensions.InheritNone}}","width":"4.61 cm","height":"1.55 cm","image":"{{UserProfile.UnitId.ExtraLogoRef.ImageRightAlignedNegRef.ImageFile}}","visibility":"","type":"image","disableUpdates":false}},{"type":"shape","id":"18757dc8-73f1-47b8-946c-b7cbc5220d75","elementConfiguration":{"binding":"{{UserProfile.UnitId.Logo2}}","visibility":"","type":"text","disableUpdates":false}},{"type":"shape","id":"7abe370c-f80b-4a32-ac09-fd30583077e1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2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sMH579O4nOhZrxGehLcZHA=="},{"name":"EventOccasion","value":"nc4mscDwL8d0XvXCs6AkBROfBtnANHYiuRkxvF4ouiY="},{"name":"ChooseColorTheme","value":"XmRlVpWiose5Rf1eG6aJznCjkbXXnh6o3o1+21OmFqQ="}]}]]></TemplafyFormConfiguration>
</file>

<file path=customXml/item3.xml><?xml version="1.0" encoding="utf-8"?>
<TemplafySlideTemplateConfiguration><![CDATA[{"slideVersion":1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UserProfile.Title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4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5.xml><?xml version="1.0" encoding="utf-8"?>
<TemplafySlideTemplateConfiguration><![CDATA[{"slideVersion":1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AFC86994-F0FF-421B-841D-005E37E2CB9C}">
  <ds:schemaRefs/>
</ds:datastoreItem>
</file>

<file path=customXml/itemProps2.xml><?xml version="1.0" encoding="utf-8"?>
<ds:datastoreItem xmlns:ds="http://schemas.openxmlformats.org/officeDocument/2006/customXml" ds:itemID="{7DA86E9B-4135-4144-9EBF-FD9F3AFEC348}">
  <ds:schemaRefs/>
</ds:datastoreItem>
</file>

<file path=customXml/itemProps3.xml><?xml version="1.0" encoding="utf-8"?>
<ds:datastoreItem xmlns:ds="http://schemas.openxmlformats.org/officeDocument/2006/customXml" ds:itemID="{B2CA2D4C-0385-4D99-AB8D-7792A88C817E}">
  <ds:schemaRefs/>
</ds:datastoreItem>
</file>

<file path=customXml/itemProps4.xml><?xml version="1.0" encoding="utf-8"?>
<ds:datastoreItem xmlns:ds="http://schemas.openxmlformats.org/officeDocument/2006/customXml" ds:itemID="{7E04581C-D7FD-4482-805D-038A22FDA87B}">
  <ds:schemaRefs/>
</ds:datastoreItem>
</file>

<file path=customXml/itemProps5.xml><?xml version="1.0" encoding="utf-8"?>
<ds:datastoreItem xmlns:ds="http://schemas.openxmlformats.org/officeDocument/2006/customXml" ds:itemID="{F6929CAD-9C4B-4C57-B5A5-181E7E3C58CB}">
  <ds:schemaRefs/>
</ds:datastoreItem>
</file>

<file path=customXml/itemProps6.xml><?xml version="1.0" encoding="utf-8"?>
<ds:datastoreItem xmlns:ds="http://schemas.openxmlformats.org/officeDocument/2006/customXml" ds:itemID="{E6076CFF-B2D0-45B5-8D6B-A70E14E9B3D8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</Words>
  <Application>Microsoft Macintosh PowerPoint</Application>
  <PresentationFormat>Custom</PresentationFormat>
  <Paragraphs>93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AU Passata</vt:lpstr>
      <vt:lpstr>AU Passata Light</vt:lpstr>
      <vt:lpstr>Georgia</vt:lpstr>
      <vt:lpstr>Calibri</vt:lpstr>
      <vt:lpstr>Wingdings</vt:lpstr>
      <vt:lpstr>AU Peto</vt:lpstr>
      <vt:lpstr>AU 16:9</vt:lpstr>
      <vt:lpstr>Tests of neutrality week 41 r exercises</vt:lpstr>
      <vt:lpstr>Primate of the  Week</vt:lpstr>
      <vt:lpstr>Plan for today</vt:lpstr>
      <vt:lpstr>Viability rates</vt:lpstr>
      <vt:lpstr>Tests of neutrality – counting mutations and dividing into categories </vt:lpstr>
      <vt:lpstr>Tests of neutrality -counting mutations and dividing into categories </vt:lpstr>
      <vt:lpstr>Tests of neutrality –allele frequencies approach </vt:lpstr>
      <vt:lpstr>Today</vt:lpstr>
      <vt:lpstr>Next week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2025-08-29T12:40:57Z</dcterms:created>
  <dcterms:modified xsi:type="dcterms:W3CDTF">2025-10-10T06:43:41Z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omnidocs.com</vt:lpwstr>
  </property>
  <property fmtid="{D5CDD505-2E9C-101B-9397-08002B2CF9AE}" pid="3" name="colorthemechange">
    <vt:lpwstr>true</vt:lpwstr>
  </property>
  <property fmtid="{D5CDD505-2E9C-101B-9397-08002B2CF9AE}" pid="4" name="TemplafyTimeStamp">
    <vt:lpwstr>2023-11-01T07:55:28</vt:lpwstr>
  </property>
  <property fmtid="{D5CDD505-2E9C-101B-9397-08002B2CF9AE}" pid="5" name="TemplafyTenantId">
    <vt:lpwstr>auoffice</vt:lpwstr>
  </property>
  <property fmtid="{D5CDD505-2E9C-101B-9397-08002B2CF9AE}" pid="6" name="TemplafyTemplateId">
    <vt:lpwstr>766163489789838292</vt:lpwstr>
  </property>
  <property fmtid="{D5CDD505-2E9C-101B-9397-08002B2CF9AE}" pid="7" name="TemplafyUserProfileId">
    <vt:lpwstr>1214427275229135070</vt:lpwstr>
  </property>
  <property fmtid="{D5CDD505-2E9C-101B-9397-08002B2CF9AE}" pid="8" name="TemplafyLanguageCode">
    <vt:lpwstr>en-GB</vt:lpwstr>
  </property>
  <property fmtid="{D5CDD505-2E9C-101B-9397-08002B2CF9AE}" pid="9" name="TemplafyFromBlank">
    <vt:bool>false</vt:bool>
  </property>
</Properties>
</file>