
<file path=[Content_Types].xml><?xml version="1.0" encoding="utf-8"?>
<Types xmlns="http://schemas.openxmlformats.org/package/2006/content-types">
  <Default Extension="bin" ContentType="image/png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embedTrueTypeFonts="1">
  <p:sldMasterIdLst>
    <p:sldMasterId id="2147483648" r:id="rId7"/>
  </p:sldMasterIdLst>
  <p:notesMasterIdLst>
    <p:notesMasterId r:id="rId17"/>
  </p:notesMasterIdLst>
  <p:handoutMasterIdLst>
    <p:handoutMasterId r:id="rId18"/>
  </p:handoutMasterIdLst>
  <p:sldIdLst>
    <p:sldId id="261" r:id="rId8"/>
    <p:sldId id="270" r:id="rId9"/>
    <p:sldId id="273" r:id="rId10"/>
    <p:sldId id="274" r:id="rId11"/>
    <p:sldId id="280" r:id="rId12"/>
    <p:sldId id="279" r:id="rId13"/>
    <p:sldId id="278" r:id="rId14"/>
    <p:sldId id="269" r:id="rId15"/>
    <p:sldId id="260" r:id="rId16"/>
  </p:sldIdLst>
  <p:sldSz cx="12188825" cy="6858000"/>
  <p:notesSz cx="6797675" cy="9926638"/>
  <p:embeddedFontLst>
    <p:embeddedFont>
      <p:font typeface="AU Passata" panose="020B0503030502030804" pitchFamily="34" charset="77"/>
      <p:regular r:id="rId19"/>
      <p:bold r:id="rId20"/>
    </p:embeddedFont>
    <p:embeddedFont>
      <p:font typeface="AU Passata Light" panose="020B0303030902030804" pitchFamily="34" charset="77"/>
      <p:regular r:id="rId21"/>
      <p:bold r:id="rId22"/>
    </p:embeddedFont>
    <p:embeddedFont>
      <p:font typeface="AU Peto" pitchFamily="82" charset="77"/>
      <p:regular r:id="rId23"/>
      <p:bold r:id="rId24"/>
    </p:embeddedFont>
    <p:embeddedFont>
      <p:font typeface="Georgia" panose="02040502050405020303" pitchFamily="18" charset="0"/>
      <p:regular r:id="rId25"/>
      <p:bold r:id="rId26"/>
      <p:italic r:id="rId27"/>
      <p:boldItalic r:id="rId28"/>
    </p:embeddedFont>
  </p:embeddedFontLst>
  <p:defaultTextStyle>
    <a:defPPr>
      <a:defRPr lang="en-US"/>
    </a:defPPr>
    <a:lvl1pPr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1pPr>
    <a:lvl2pPr marL="609493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2pPr>
    <a:lvl3pPr marL="1218987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3pPr>
    <a:lvl4pPr marL="1828480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4pPr>
    <a:lvl5pPr marL="2437973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5pPr>
    <a:lvl6pPr marL="3047467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6pPr>
    <a:lvl7pPr marL="3656960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7pPr>
    <a:lvl8pPr marL="4266453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8pPr>
    <a:lvl9pPr marL="4875947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1F7F"/>
    <a:srgbClr val="002546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77361F-1D27-8647-80E5-BD4E37FB27FB}" v="15" dt="2025-10-29T08:46:20.2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3537" autoAdjust="0"/>
  </p:normalViewPr>
  <p:slideViewPr>
    <p:cSldViewPr snapToObjects="1" showGuides="1">
      <p:cViewPr varScale="1">
        <p:scale>
          <a:sx n="119" d="100"/>
          <a:sy n="119" d="100"/>
        </p:scale>
        <p:origin x="864" y="19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Objects="1">
      <p:cViewPr varScale="1">
        <p:scale>
          <a:sx n="87" d="100"/>
          <a:sy n="87" d="100"/>
        </p:scale>
        <p:origin x="3762" y="72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handoutMaster" Target="handoutMasters/handoutMaster1.xml"/><Relationship Id="rId26" Type="http://schemas.openxmlformats.org/officeDocument/2006/relationships/font" Target="fonts/font8.fntdata"/><Relationship Id="rId3" Type="http://schemas.openxmlformats.org/officeDocument/2006/relationships/customXml" Target="../customXml/item3.xml"/><Relationship Id="rId21" Type="http://schemas.openxmlformats.org/officeDocument/2006/relationships/font" Target="fonts/font3.fntdata"/><Relationship Id="rId34" Type="http://schemas.microsoft.com/office/2015/10/relationships/revisionInfo" Target="revisionInfo.xml"/><Relationship Id="rId7" Type="http://schemas.openxmlformats.org/officeDocument/2006/relationships/slideMaster" Target="slideMasters/slideMaster1.xml"/><Relationship Id="rId12" Type="http://schemas.openxmlformats.org/officeDocument/2006/relationships/slide" Target="slides/slide5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7.fntdata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font" Target="fonts/font2.fntdata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4.xml"/><Relationship Id="rId24" Type="http://schemas.openxmlformats.org/officeDocument/2006/relationships/font" Target="fonts/font6.fntdata"/><Relationship Id="rId32" Type="http://schemas.openxmlformats.org/officeDocument/2006/relationships/tableStyles" Target="tableStyles.xml"/><Relationship Id="rId5" Type="http://schemas.openxmlformats.org/officeDocument/2006/relationships/customXml" Target="../customXml/item5.xml"/><Relationship Id="rId15" Type="http://schemas.openxmlformats.org/officeDocument/2006/relationships/slide" Target="slides/slide8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3.xml"/><Relationship Id="rId19" Type="http://schemas.openxmlformats.org/officeDocument/2006/relationships/font" Target="fonts/font1.fntdata"/><Relationship Id="rId31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viewProps" Target="viewProps.xml"/><Relationship Id="rId8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ma Femke Diepeveen" userId="2e688c13-4a66-4843-b4fb-ce9b4d6a572c" providerId="ADAL" clId="{531F5506-8B3C-59E3-9CFA-8C9DA621ABD1}"/>
    <pc:docChg chg="undo custSel addSld delSld modSld sldOrd">
      <pc:chgData name="Emma Femke Diepeveen" userId="2e688c13-4a66-4843-b4fb-ce9b4d6a572c" providerId="ADAL" clId="{531F5506-8B3C-59E3-9CFA-8C9DA621ABD1}" dt="2025-10-29T11:13:01.839" v="9271" actId="20577"/>
      <pc:docMkLst>
        <pc:docMk/>
      </pc:docMkLst>
      <pc:sldChg chg="modSp mod">
        <pc:chgData name="Emma Femke Diepeveen" userId="2e688c13-4a66-4843-b4fb-ce9b4d6a572c" providerId="ADAL" clId="{531F5506-8B3C-59E3-9CFA-8C9DA621ABD1}" dt="2025-10-26T13:00:33.862" v="7503" actId="20577"/>
        <pc:sldMkLst>
          <pc:docMk/>
          <pc:sldMk cId="948320703" sldId="261"/>
        </pc:sldMkLst>
        <pc:spChg chg="mod">
          <ac:chgData name="Emma Femke Diepeveen" userId="2e688c13-4a66-4843-b4fb-ce9b4d6a572c" providerId="ADAL" clId="{531F5506-8B3C-59E3-9CFA-8C9DA621ABD1}" dt="2025-10-26T13:00:33.862" v="7503" actId="20577"/>
          <ac:spMkLst>
            <pc:docMk/>
            <pc:sldMk cId="948320703" sldId="261"/>
            <ac:spMk id="2" creationId="{00000000-0000-0000-0000-000000000000}"/>
          </ac:spMkLst>
        </pc:spChg>
      </pc:sldChg>
      <pc:sldChg chg="addSp delSp modSp mod">
        <pc:chgData name="Emma Femke Diepeveen" userId="2e688c13-4a66-4843-b4fb-ce9b4d6a572c" providerId="ADAL" clId="{531F5506-8B3C-59E3-9CFA-8C9DA621ABD1}" dt="2025-10-26T13:02:08.755" v="7667" actId="20577"/>
        <pc:sldMkLst>
          <pc:docMk/>
          <pc:sldMk cId="2142056729" sldId="269"/>
        </pc:sldMkLst>
        <pc:spChg chg="mod">
          <ac:chgData name="Emma Femke Diepeveen" userId="2e688c13-4a66-4843-b4fb-ce9b4d6a572c" providerId="ADAL" clId="{531F5506-8B3C-59E3-9CFA-8C9DA621ABD1}" dt="2025-10-26T13:01:55.988" v="7639" actId="20577"/>
          <ac:spMkLst>
            <pc:docMk/>
            <pc:sldMk cId="2142056729" sldId="269"/>
            <ac:spMk id="2" creationId="{DF155112-AE24-3320-74CD-8E8ABD98AEF0}"/>
          </ac:spMkLst>
        </pc:spChg>
        <pc:spChg chg="add mod">
          <ac:chgData name="Emma Femke Diepeveen" userId="2e688c13-4a66-4843-b4fb-ce9b4d6a572c" providerId="ADAL" clId="{531F5506-8B3C-59E3-9CFA-8C9DA621ABD1}" dt="2025-10-26T13:02:08.755" v="7667" actId="20577"/>
          <ac:spMkLst>
            <pc:docMk/>
            <pc:sldMk cId="2142056729" sldId="269"/>
            <ac:spMk id="3" creationId="{EBCDCD88-4C72-8DA3-6D6E-5E7577600944}"/>
          </ac:spMkLst>
        </pc:spChg>
      </pc:sldChg>
      <pc:sldChg chg="addSp delSp modSp mod modClrScheme chgLayout modNotesTx">
        <pc:chgData name="Emma Femke Diepeveen" userId="2e688c13-4a66-4843-b4fb-ce9b4d6a572c" providerId="ADAL" clId="{531F5506-8B3C-59E3-9CFA-8C9DA621ABD1}" dt="2025-10-29T07:55:09.523" v="8453" actId="20577"/>
        <pc:sldMkLst>
          <pc:docMk/>
          <pc:sldMk cId="2232226376" sldId="270"/>
        </pc:sldMkLst>
        <pc:spChg chg="mod">
          <ac:chgData name="Emma Femke Diepeveen" userId="2e688c13-4a66-4843-b4fb-ce9b4d6a572c" providerId="ADAL" clId="{531F5506-8B3C-59E3-9CFA-8C9DA621ABD1}" dt="2025-10-26T13:25:59.275" v="8229" actId="20577"/>
          <ac:spMkLst>
            <pc:docMk/>
            <pc:sldMk cId="2232226376" sldId="270"/>
            <ac:spMk id="2" creationId="{12A21589-FB20-171F-A329-378DAFCCDDA7}"/>
          </ac:spMkLst>
        </pc:spChg>
        <pc:spChg chg="add mod">
          <ac:chgData name="Emma Femke Diepeveen" userId="2e688c13-4a66-4843-b4fb-ce9b4d6a572c" providerId="ADAL" clId="{531F5506-8B3C-59E3-9CFA-8C9DA621ABD1}" dt="2025-10-29T07:55:09.523" v="8453" actId="20577"/>
          <ac:spMkLst>
            <pc:docMk/>
            <pc:sldMk cId="2232226376" sldId="270"/>
            <ac:spMk id="8" creationId="{707BBC58-93EA-0ABA-1DCD-3E84EAF0ACC4}"/>
          </ac:spMkLst>
        </pc:spChg>
        <pc:picChg chg="add mod">
          <ac:chgData name="Emma Femke Diepeveen" userId="2e688c13-4a66-4843-b4fb-ce9b4d6a572c" providerId="ADAL" clId="{531F5506-8B3C-59E3-9CFA-8C9DA621ABD1}" dt="2025-10-26T13:19:06.696" v="8088" actId="1076"/>
          <ac:picMkLst>
            <pc:docMk/>
            <pc:sldMk cId="2232226376" sldId="270"/>
            <ac:picMk id="3" creationId="{B1B0D7C5-C4DB-1F53-D57F-5A0C87FE27D8}"/>
          </ac:picMkLst>
        </pc:picChg>
        <pc:picChg chg="add mod">
          <ac:chgData name="Emma Femke Diepeveen" userId="2e688c13-4a66-4843-b4fb-ce9b4d6a572c" providerId="ADAL" clId="{531F5506-8B3C-59E3-9CFA-8C9DA621ABD1}" dt="2025-10-26T13:19:23.758" v="8092" actId="14100"/>
          <ac:picMkLst>
            <pc:docMk/>
            <pc:sldMk cId="2232226376" sldId="270"/>
            <ac:picMk id="5" creationId="{60A7CD7D-096D-8E19-5D01-60F0D000CF10}"/>
          </ac:picMkLst>
        </pc:picChg>
      </pc:sldChg>
      <pc:sldChg chg="addSp delSp modSp new mod">
        <pc:chgData name="Emma Femke Diepeveen" userId="2e688c13-4a66-4843-b4fb-ce9b4d6a572c" providerId="ADAL" clId="{531F5506-8B3C-59E3-9CFA-8C9DA621ABD1}" dt="2025-10-29T07:59:50.269" v="8942" actId="1076"/>
        <pc:sldMkLst>
          <pc:docMk/>
          <pc:sldMk cId="1706445636" sldId="273"/>
        </pc:sldMkLst>
        <pc:spChg chg="mod">
          <ac:chgData name="Emma Femke Diepeveen" userId="2e688c13-4a66-4843-b4fb-ce9b4d6a572c" providerId="ADAL" clId="{531F5506-8B3C-59E3-9CFA-8C9DA621ABD1}" dt="2025-10-29T07:59:48.555" v="8941" actId="20577"/>
          <ac:spMkLst>
            <pc:docMk/>
            <pc:sldMk cId="1706445636" sldId="273"/>
            <ac:spMk id="3" creationId="{4DD8ADB8-02BB-98C8-36F9-F80664945E09}"/>
          </ac:spMkLst>
        </pc:spChg>
        <pc:picChg chg="add mod">
          <ac:chgData name="Emma Femke Diepeveen" userId="2e688c13-4a66-4843-b4fb-ce9b4d6a572c" providerId="ADAL" clId="{531F5506-8B3C-59E3-9CFA-8C9DA621ABD1}" dt="2025-10-29T07:59:50.269" v="8942" actId="1076"/>
          <ac:picMkLst>
            <pc:docMk/>
            <pc:sldMk cId="1706445636" sldId="273"/>
            <ac:picMk id="6" creationId="{23B9F2A9-E672-F8AD-D358-903E2E2BC129}"/>
          </ac:picMkLst>
        </pc:picChg>
      </pc:sldChg>
      <pc:sldChg chg="delSp modSp new mod ord">
        <pc:chgData name="Emma Femke Diepeveen" userId="2e688c13-4a66-4843-b4fb-ce9b4d6a572c" providerId="ADAL" clId="{531F5506-8B3C-59E3-9CFA-8C9DA621ABD1}" dt="2025-10-29T11:13:01.839" v="9271" actId="20577"/>
        <pc:sldMkLst>
          <pc:docMk/>
          <pc:sldMk cId="2007280904" sldId="274"/>
        </pc:sldMkLst>
        <pc:spChg chg="mod">
          <ac:chgData name="Emma Femke Diepeveen" userId="2e688c13-4a66-4843-b4fb-ce9b4d6a572c" providerId="ADAL" clId="{531F5506-8B3C-59E3-9CFA-8C9DA621ABD1}" dt="2025-10-29T07:56:02.349" v="8455" actId="14100"/>
          <ac:spMkLst>
            <pc:docMk/>
            <pc:sldMk cId="2007280904" sldId="274"/>
            <ac:spMk id="2" creationId="{2A5AF260-B089-9BF6-33C1-6CAF5492797A}"/>
          </ac:spMkLst>
        </pc:spChg>
        <pc:spChg chg="mod">
          <ac:chgData name="Emma Femke Diepeveen" userId="2e688c13-4a66-4843-b4fb-ce9b4d6a572c" providerId="ADAL" clId="{531F5506-8B3C-59E3-9CFA-8C9DA621ABD1}" dt="2025-10-29T11:13:01.839" v="9271" actId="20577"/>
          <ac:spMkLst>
            <pc:docMk/>
            <pc:sldMk cId="2007280904" sldId="274"/>
            <ac:spMk id="3" creationId="{2A76B8DA-41BD-3C37-42A1-5E312E76D073}"/>
          </ac:spMkLst>
        </pc:spChg>
      </pc:sldChg>
      <pc:sldChg chg="modSp add mod ord">
        <pc:chgData name="Emma Femke Diepeveen" userId="2e688c13-4a66-4843-b4fb-ce9b4d6a572c" providerId="ADAL" clId="{531F5506-8B3C-59E3-9CFA-8C9DA621ABD1}" dt="2025-10-29T07:53:19.017" v="8298"/>
        <pc:sldMkLst>
          <pc:docMk/>
          <pc:sldMk cId="1299018979" sldId="278"/>
        </pc:sldMkLst>
        <pc:spChg chg="mod">
          <ac:chgData name="Emma Femke Diepeveen" userId="2e688c13-4a66-4843-b4fb-ce9b4d6a572c" providerId="ADAL" clId="{531F5506-8B3C-59E3-9CFA-8C9DA621ABD1}" dt="2025-10-29T07:53:19.017" v="8298"/>
          <ac:spMkLst>
            <pc:docMk/>
            <pc:sldMk cId="1299018979" sldId="278"/>
            <ac:spMk id="3" creationId="{D886096E-4B36-0E68-B808-1DD0EAC1F438}"/>
          </ac:spMkLst>
        </pc:spChg>
      </pc:sldChg>
      <pc:sldChg chg="addSp delSp modSp new mod modClrScheme chgLayout">
        <pc:chgData name="Emma Femke Diepeveen" userId="2e688c13-4a66-4843-b4fb-ce9b4d6a572c" providerId="ADAL" clId="{531F5506-8B3C-59E3-9CFA-8C9DA621ABD1}" dt="2025-10-26T13:08:49.189" v="7977" actId="20577"/>
        <pc:sldMkLst>
          <pc:docMk/>
          <pc:sldMk cId="2413307776" sldId="279"/>
        </pc:sldMkLst>
        <pc:spChg chg="mod">
          <ac:chgData name="Emma Femke Diepeveen" userId="2e688c13-4a66-4843-b4fb-ce9b4d6a572c" providerId="ADAL" clId="{531F5506-8B3C-59E3-9CFA-8C9DA621ABD1}" dt="2025-10-26T13:08:44.978" v="7965" actId="26606"/>
          <ac:spMkLst>
            <pc:docMk/>
            <pc:sldMk cId="2413307776" sldId="279"/>
            <ac:spMk id="5" creationId="{4104A1C1-6B98-65F4-292B-AD17A06A10D3}"/>
          </ac:spMkLst>
        </pc:spChg>
        <pc:spChg chg="add mod">
          <ac:chgData name="Emma Femke Diepeveen" userId="2e688c13-4a66-4843-b4fb-ce9b4d6a572c" providerId="ADAL" clId="{531F5506-8B3C-59E3-9CFA-8C9DA621ABD1}" dt="2025-10-26T13:08:49.189" v="7977" actId="20577"/>
          <ac:spMkLst>
            <pc:docMk/>
            <pc:sldMk cId="2413307776" sldId="279"/>
            <ac:spMk id="12" creationId="{84195FFD-0C79-3EA7-C224-AAAB9E3B58D5}"/>
          </ac:spMkLst>
        </pc:spChg>
        <pc:picChg chg="add mod">
          <ac:chgData name="Emma Femke Diepeveen" userId="2e688c13-4a66-4843-b4fb-ce9b4d6a572c" providerId="ADAL" clId="{531F5506-8B3C-59E3-9CFA-8C9DA621ABD1}" dt="2025-10-26T13:08:44.978" v="7965" actId="26606"/>
          <ac:picMkLst>
            <pc:docMk/>
            <pc:sldMk cId="2413307776" sldId="279"/>
            <ac:picMk id="7" creationId="{D1EA29FA-BBD4-4D7B-8EDE-C61490FC265D}"/>
          </ac:picMkLst>
        </pc:picChg>
      </pc:sldChg>
      <pc:sldChg chg="delSp modSp new mod">
        <pc:chgData name="Emma Femke Diepeveen" userId="2e688c13-4a66-4843-b4fb-ce9b4d6a572c" providerId="ADAL" clId="{531F5506-8B3C-59E3-9CFA-8C9DA621ABD1}" dt="2025-10-29T08:01:02.267" v="9183" actId="207"/>
        <pc:sldMkLst>
          <pc:docMk/>
          <pc:sldMk cId="3054663785" sldId="280"/>
        </pc:sldMkLst>
        <pc:spChg chg="mod">
          <ac:chgData name="Emma Femke Diepeveen" userId="2e688c13-4a66-4843-b4fb-ce9b4d6a572c" providerId="ADAL" clId="{531F5506-8B3C-59E3-9CFA-8C9DA621ABD1}" dt="2025-10-29T07:57:01.342" v="8641" actId="20577"/>
          <ac:spMkLst>
            <pc:docMk/>
            <pc:sldMk cId="3054663785" sldId="280"/>
            <ac:spMk id="2" creationId="{106B9F54-5190-7443-808F-7AB1B4DADEB8}"/>
          </ac:spMkLst>
        </pc:spChg>
        <pc:spChg chg="mod">
          <ac:chgData name="Emma Femke Diepeveen" userId="2e688c13-4a66-4843-b4fb-ce9b4d6a572c" providerId="ADAL" clId="{531F5506-8B3C-59E3-9CFA-8C9DA621ABD1}" dt="2025-10-29T08:01:02.267" v="9183" actId="207"/>
          <ac:spMkLst>
            <pc:docMk/>
            <pc:sldMk cId="3054663785" sldId="280"/>
            <ac:spMk id="3" creationId="{D8118B8F-A09D-76C7-A6AC-A52548054F0C}"/>
          </ac:spMkLst>
        </pc:spChg>
        <pc:spChg chg="del">
          <ac:chgData name="Emma Femke Diepeveen" userId="2e688c13-4a66-4843-b4fb-ce9b4d6a572c" providerId="ADAL" clId="{531F5506-8B3C-59E3-9CFA-8C9DA621ABD1}" dt="2025-10-29T07:57:23.991" v="8712" actId="478"/>
          <ac:spMkLst>
            <pc:docMk/>
            <pc:sldMk cId="3054663785" sldId="280"/>
            <ac:spMk id="4" creationId="{FB39D35C-BB14-736A-9FEE-CD5F45F6605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99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99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443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fld id="{88DF0C21-DE6B-488F-B9D9-B7FE08733B7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158050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4538"/>
            <a:ext cx="6613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fld id="{72C160C3-3AB6-49C1-8001-AFDAD271EB5B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503906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1pPr>
    <a:lvl2pPr marL="60949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2pPr>
    <a:lvl3pPr marL="1218987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3pPr>
    <a:lvl4pPr marL="182848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4pPr>
    <a:lvl5pPr marL="243797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</a:t>
            </a:r>
            <a:r>
              <a:rPr lang="en-GB" dirty="0" err="1"/>
              <a:t>neprimateconservancy.org</a:t>
            </a:r>
            <a:r>
              <a:rPr lang="en-GB" dirty="0"/>
              <a:t>/mandrill/</a:t>
            </a:r>
          </a:p>
          <a:p>
            <a:r>
              <a:rPr lang="en-GB" dirty="0"/>
              <a:t>The vibrancy of a male indicates their testosterone levels; consequently, dominant males are the most colourful, and their colours will fade if their status decreases. Females tend to prefer more colourful males. </a:t>
            </a:r>
          </a:p>
          <a:p>
            <a:r>
              <a:rPr lang="en-GB" dirty="0"/>
              <a:t>When mandrills become excited, the </a:t>
            </a:r>
            <a:r>
              <a:rPr lang="en-GB" dirty="0" err="1"/>
              <a:t>coloring</a:t>
            </a:r>
            <a:r>
              <a:rPr lang="en-GB" dirty="0"/>
              <a:t> on their buttocks further brightens. </a:t>
            </a:r>
            <a:endParaRPr lang="en-GB" kern="0" dirty="0"/>
          </a:p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2C160C3-3AB6-49C1-8001-AFDAD271EB5B}" type="slidenum">
              <a:rPr lang="en-GB" smtClean="0"/>
              <a:pPr>
                <a:defRPr/>
              </a:pPr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74070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2C160C3-3AB6-49C1-8001-AFDAD271EB5B}" type="slidenum">
              <a:rPr lang="en-GB"/>
              <a:pPr>
                <a:defRPr/>
              </a:pPr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3124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bin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emf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hidden="1"/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78417F83-4CBA-48F2-BAD0-783AE3701E32}" type="datetimeFigureOut">
              <a:rPr lang="en-GB" smtClean="0"/>
              <a:pPr/>
              <a:t>29/10/2025</a:t>
            </a:fld>
            <a:endParaRPr lang="en-GB" dirty="0"/>
          </a:p>
        </p:txBody>
      </p:sp>
      <p:sp>
        <p:nvSpPr>
          <p:cNvPr id="3" name="Footer Placeholder 2" hidden="1"/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-1973598" y="3082506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eller ord til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AU Passata Bold</a:t>
            </a:r>
            <a:endParaRPr lang="en-GB" sz="4799" dirty="0"/>
          </a:p>
        </p:txBody>
      </p:sp>
      <p:pic>
        <p:nvPicPr>
          <p:cNvPr id="54" name="Farvet baggrund"/>
          <p:cNvPicPr preferRelativeResize="0"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</p:spPr>
      </p:pic>
      <p:pic>
        <p:nvPicPr>
          <p:cNvPr id="16" name="Au logo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7600"/>
            <a:ext cx="557569" cy="558000"/>
          </a:xfrm>
          <a:prstGeom prst="rect">
            <a:avLst/>
          </a:prstGeom>
        </p:spPr>
      </p:pic>
      <p:pic>
        <p:nvPicPr>
          <p:cNvPr id="18" name="Billede stre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200" y="5997600"/>
            <a:ext cx="71734" cy="557999"/>
          </a:xfrm>
          <a:prstGeom prst="rect">
            <a:avLst/>
          </a:prstGeom>
        </p:spPr>
      </p:pic>
      <p:sp>
        <p:nvSpPr>
          <p:cNvPr id="34819" name="Title 1"/>
          <p:cNvSpPr>
            <a:spLocks noGrp="1" noChangeArrowheads="1"/>
          </p:cNvSpPr>
          <p:nvPr>
            <p:ph type="ctrTitle"/>
          </p:nvPr>
        </p:nvSpPr>
        <p:spPr>
          <a:xfrm>
            <a:off x="985838" y="2482343"/>
            <a:ext cx="10220325" cy="1661993"/>
          </a:xfrm>
        </p:spPr>
        <p:txBody>
          <a:bodyPr wrap="square" anchor="ctr" anchorCtr="0">
            <a:spAutoFit/>
          </a:bodyPr>
          <a:lstStyle>
            <a:lvl1pPr>
              <a:lnSpc>
                <a:spcPct val="90000"/>
              </a:lnSpc>
              <a:defRPr sz="6000" baseline="0">
                <a:solidFill>
                  <a:schemeClr val="bg1"/>
                </a:solidFill>
                <a:latin typeface="AU Passata Light" panose="020B03030309020308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33" name="OFF_logo2Computed"/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endParaRPr lang="en-GB" sz="600" cap="all" spc="40" baseline="0" dirty="0">
              <a:solidFill>
                <a:schemeClr val="bg1"/>
              </a:solidFill>
              <a:latin typeface="AU Passata Light" pitchFamily="34" charset="0"/>
            </a:endParaRPr>
          </a:p>
        </p:txBody>
      </p:sp>
      <p:sp>
        <p:nvSpPr>
          <p:cNvPr id="5" name="Date_DateCustomA" descr="{&quot;templafy&quot;:{&quot;id&quot;:&quot;c6994d15-c970-4e13-bd74-b7c999269f69&quot;}}">
            <a:extLst>
              <a:ext uri="{FF2B5EF4-FFF2-40B4-BE49-F238E27FC236}">
                <a16:creationId xmlns:a16="http://schemas.microsoft.com/office/drawing/2014/main" id="{7F20FB0B-AB99-D1DA-4E1C-7C844AE4069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4752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29. August 2025</a:t>
            </a:r>
          </a:p>
        </p:txBody>
      </p:sp>
      <p:sp>
        <p:nvSpPr>
          <p:cNvPr id="6" name="FLD_Event" descr="{&quot;templafy&quot;:{&quot;id&quot;:&quot;2f5f9d71-c345-4166-8c91-f92dfa0eb233&quot;}}">
            <a:extLst>
              <a:ext uri="{FF2B5EF4-FFF2-40B4-BE49-F238E27FC236}">
                <a16:creationId xmlns:a16="http://schemas.microsoft.com/office/drawing/2014/main" id="{94FCB787-CF58-D24B-3F9C-4CF65869F2F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Evolutionary Thinking</a:t>
            </a:r>
          </a:p>
        </p:txBody>
      </p:sp>
      <p:sp>
        <p:nvSpPr>
          <p:cNvPr id="36" name="USR_Title" descr="{&quot;templafy&quot;:{&quot;id&quot;:&quot;ed32747e-8f98-4606-8227-0f558c8d3c9e&quot;}}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4752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Ph.d.-studerende</a:t>
            </a:r>
          </a:p>
        </p:txBody>
      </p:sp>
      <p:sp>
        <p:nvSpPr>
          <p:cNvPr id="37" name="USR_Name" descr="{&quot;templafy&quot;:{&quot;id&quot;:&quot;ecef74ea-3866-489e-8d84-38ea867fca93&quot;}}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444040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3420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Emma Femke Diepeveen</a:t>
            </a:r>
          </a:p>
        </p:txBody>
      </p:sp>
      <p:pic>
        <p:nvPicPr>
          <p:cNvPr id="818858520" name="SecondaryLogo" descr="{&quot;templafy&quot;:{&quot;id&quot;:&quot;871e7502-b533-4f94-b823-79f7ab2f22ac&quot;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6113" y="5999002"/>
            <a:ext cx="1659600" cy="558000"/>
          </a:xfrm>
          <a:prstGeom prst="rect">
            <a:avLst/>
          </a:prstGeom>
        </p:spPr>
      </p:pic>
      <p:sp>
        <p:nvSpPr>
          <p:cNvPr id="8" name="OFF_logo2Computed" descr="{&quot;templafy&quot;:{&quot;id&quot;:&quot;18757dc8-73f1-47b8-946c-b7cbc5220d75&quot;}}">
            <a:extLst>
              <a:ext uri="{FF2B5EF4-FFF2-40B4-BE49-F238E27FC236}">
                <a16:creationId xmlns:a16="http://schemas.microsoft.com/office/drawing/2014/main" id="{289B577B-AF3B-2A62-0411-5FD9FF3C420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r>
              <a:rPr lang="en-GB" sz="600" cap="all" spc="40" baseline="0" dirty="0">
                <a:solidFill>
                  <a:schemeClr val="bg1"/>
                </a:solidFill>
                <a:latin typeface="AU Passata Light" pitchFamily="34" charset="0"/>
              </a:rPr>
              <a:t>Department of Molecular Biology and Genetics</a:t>
            </a:r>
          </a:p>
        </p:txBody>
      </p:sp>
      <p:sp>
        <p:nvSpPr>
          <p:cNvPr id="9" name="OFF_logo1Computed" descr="{&quot;templafy&quot;:{&quot;id&quot;:&quot;7abe370c-f80b-4a32-ac09-fd30583077e1&quot;}}">
            <a:extLst>
              <a:ext uri="{FF2B5EF4-FFF2-40B4-BE49-F238E27FC236}">
                <a16:creationId xmlns:a16="http://schemas.microsoft.com/office/drawing/2014/main" id="{066A6607-F6B4-2025-DA5F-AC4D1914151A}"/>
              </a:ext>
            </a:extLst>
          </p:cNvPr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en-GB" sz="1000" b="0" i="0" u="none" strike="noStrike" cap="all" normalizeH="0" baseline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Department of Molecular Biology and Genetics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hidden="1"/>
          <p:cNvSpPr>
            <a:spLocks noGrp="1" noRot="1" noMove="1" noResize="1" noEditPoints="1" noAdjustHandles="1" noChangeArrowheads="1" noChangeShapeType="1"/>
          </p:cNvSpPr>
          <p:nvPr>
            <p:ph type="dt" sz="half" idx="12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78417F83-4CBA-48F2-BAD0-783AE3701E32}" type="datetimeFigureOut">
              <a:rPr lang="en-GB" smtClean="0"/>
              <a:pPr/>
              <a:t>29/10/2025</a:t>
            </a:fld>
            <a:endParaRPr lang="en-GB" dirty="0"/>
          </a:p>
        </p:txBody>
      </p:sp>
      <p:sp>
        <p:nvSpPr>
          <p:cNvPr id="3" name="Footer Placeholder 2" hidden="1"/>
          <p:cNvSpPr>
            <a:spLocks noGrp="1" noRot="1" noMove="1" noResize="1" noEditPoints="1" noAdjustHandles="1" noChangeArrowheads="1" noChangeShapeType="1"/>
          </p:cNvSpPr>
          <p:nvPr>
            <p:ph type="ftr" sz="quarter" idx="13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22" name="TextBox 21"/>
          <p:cNvSpPr txBox="1"/>
          <p:nvPr userDrawn="1"/>
        </p:nvSpPr>
        <p:spPr>
          <a:xfrm>
            <a:off x="-2160355" y="2132856"/>
            <a:ext cx="2012649" cy="73866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i overskriften </a:t>
            </a:r>
            <a:b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til AU Passata bold</a:t>
            </a:r>
            <a:endParaRPr lang="en-GB" sz="4799" dirty="0"/>
          </a:p>
        </p:txBody>
      </p:sp>
      <p:sp>
        <p:nvSpPr>
          <p:cNvPr id="21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sp>
        <p:nvSpPr>
          <p:cNvPr id="19" name="White Top Rectangle"/>
          <p:cNvSpPr>
            <a:spLocks noChangeArrowheads="1"/>
          </p:cNvSpPr>
          <p:nvPr userDrawn="1"/>
        </p:nvSpPr>
        <p:spPr bwMode="auto">
          <a:xfrm>
            <a:off x="985838" y="3443622"/>
            <a:ext cx="648000" cy="46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GB" sz="4799" dirty="0"/>
          </a:p>
        </p:txBody>
      </p:sp>
      <p:pic>
        <p:nvPicPr>
          <p:cNvPr id="17" name="Au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7600"/>
            <a:ext cx="557569" cy="558000"/>
          </a:xfrm>
          <a:prstGeom prst="rect">
            <a:avLst/>
          </a:prstGeom>
        </p:spPr>
      </p:pic>
      <p:pic>
        <p:nvPicPr>
          <p:cNvPr id="23" name="Billede stre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200" y="5997600"/>
            <a:ext cx="71734" cy="557999"/>
          </a:xfrm>
          <a:prstGeom prst="rect">
            <a:avLst/>
          </a:prstGeom>
        </p:spPr>
      </p:pic>
      <p:sp>
        <p:nvSpPr>
          <p:cNvPr id="34819" name="Title 1"/>
          <p:cNvSpPr>
            <a:spLocks noGrp="1" noChangeArrowheads="1"/>
          </p:cNvSpPr>
          <p:nvPr>
            <p:ph type="ctrTitle"/>
          </p:nvPr>
        </p:nvSpPr>
        <p:spPr>
          <a:xfrm>
            <a:off x="981844" y="1520315"/>
            <a:ext cx="9543307" cy="1779553"/>
          </a:xfrm>
        </p:spPr>
        <p:txBody>
          <a:bodyPr wrap="square" anchor="b" anchorCtr="0">
            <a:noAutofit/>
          </a:bodyPr>
          <a:lstStyle>
            <a:lvl1pPr>
              <a:lnSpc>
                <a:spcPct val="90000"/>
              </a:lnSpc>
              <a:defRPr sz="6000" baseline="0">
                <a:solidFill>
                  <a:schemeClr val="bg1"/>
                </a:solidFill>
                <a:latin typeface="AU Passata Light" panose="020B03030309020308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985838" y="3715431"/>
            <a:ext cx="7161212" cy="1746085"/>
          </a:xfrm>
        </p:spPr>
        <p:txBody>
          <a:bodyPr/>
          <a:lstStyle>
            <a:lvl1pPr marL="0" indent="0">
              <a:lnSpc>
                <a:spcPct val="101000"/>
              </a:lnSpc>
              <a:buFontTx/>
              <a:buNone/>
              <a:defRPr sz="27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</p:txBody>
      </p:sp>
      <p:sp>
        <p:nvSpPr>
          <p:cNvPr id="8" name="Date_DateCustomA" descr="{&quot;templafy&quot;:{&quot;id&quot;:&quot;2c684135-db69-4f0e-9fe7-3a596ecae385&quot;}}">
            <a:extLst>
              <a:ext uri="{FF2B5EF4-FFF2-40B4-BE49-F238E27FC236}">
                <a16:creationId xmlns:a16="http://schemas.microsoft.com/office/drawing/2014/main" id="{249423E2-54F8-7094-38E5-785211867F3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4752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29. August 2025</a:t>
            </a:r>
          </a:p>
        </p:txBody>
      </p:sp>
      <p:sp>
        <p:nvSpPr>
          <p:cNvPr id="7" name="FLD_Event" descr="{&quot;templafy&quot;:{&quot;id&quot;:&quot;3ee97908-9ccf-48e4-98de-f350b9070093&quot;}}">
            <a:extLst>
              <a:ext uri="{FF2B5EF4-FFF2-40B4-BE49-F238E27FC236}">
                <a16:creationId xmlns:a16="http://schemas.microsoft.com/office/drawing/2014/main" id="{163F40E2-4217-07B0-ECD8-2A4A14C886B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Evolutionary Thinking</a:t>
            </a:r>
          </a:p>
        </p:txBody>
      </p:sp>
      <p:sp>
        <p:nvSpPr>
          <p:cNvPr id="41" name="USR_Title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4752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2" name="USR_Name" descr="{&quot;templafy&quot;:{&quot;id&quot;:&quot;c8f57c57-7036-47ae-b450-ec78adde0417&quot;}}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444040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3420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Emma Femke Diepeveen</a:t>
            </a:r>
          </a:p>
        </p:txBody>
      </p:sp>
      <p:pic>
        <p:nvPicPr>
          <p:cNvPr id="693657576" name="SecondaryLogo" descr="{&quot;templafy&quot;:{&quot;id&quot;:&quot;93c8e9c1-78e3-49d0-86be-449bf740dd4a&quot;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113" y="5999002"/>
            <a:ext cx="1659600" cy="558000"/>
          </a:xfrm>
          <a:prstGeom prst="rect">
            <a:avLst/>
          </a:prstGeom>
        </p:spPr>
      </p:pic>
      <p:sp>
        <p:nvSpPr>
          <p:cNvPr id="9" name="OFF_logo2Computed" descr="{&quot;templafy&quot;:{&quot;id&quot;:&quot;11d7d205-bebf-4777-9e15-31e97c841017&quot;}}">
            <a:extLst>
              <a:ext uri="{FF2B5EF4-FFF2-40B4-BE49-F238E27FC236}">
                <a16:creationId xmlns:a16="http://schemas.microsoft.com/office/drawing/2014/main" id="{4550AE95-0D19-942D-D04F-B30197C47EB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r>
              <a:rPr lang="en-GB" sz="600" cap="all" spc="40" baseline="0" dirty="0">
                <a:solidFill>
                  <a:schemeClr val="bg1"/>
                </a:solidFill>
                <a:latin typeface="AU Passata Light" pitchFamily="34" charset="0"/>
              </a:rPr>
              <a:t>Department of Molecular Biology and Genetics</a:t>
            </a:r>
          </a:p>
        </p:txBody>
      </p:sp>
      <p:sp>
        <p:nvSpPr>
          <p:cNvPr id="10" name="OFF_logo1Computed" descr="{&quot;templafy&quot;:{&quot;id&quot;:&quot;76d04571-8026-4f99-88bb-c69190fbd3a4&quot;}}">
            <a:extLst>
              <a:ext uri="{FF2B5EF4-FFF2-40B4-BE49-F238E27FC236}">
                <a16:creationId xmlns:a16="http://schemas.microsoft.com/office/drawing/2014/main" id="{7E45388B-77A2-F799-5C73-3DBEF86FEF0E}"/>
              </a:ext>
            </a:extLst>
          </p:cNvPr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en-GB" sz="1000" b="0" i="0" u="none" strike="noStrike" cap="all" normalizeH="0" baseline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Department of Molecular Biology and Genetics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>
          <a:xfrm>
            <a:off x="11807992" y="6581497"/>
            <a:ext cx="252000" cy="1354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7008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no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hidden="1"/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78417F83-4CBA-48F2-BAD0-783AE3701E32}" type="datetimeFigureOut">
              <a:rPr lang="en-GB" smtClean="0"/>
              <a:pPr/>
              <a:t>29/10/2025</a:t>
            </a:fld>
            <a:endParaRPr lang="en-GB" dirty="0"/>
          </a:p>
        </p:txBody>
      </p:sp>
      <p:sp>
        <p:nvSpPr>
          <p:cNvPr id="3" name="Footer Placeholder 2" hidden="1"/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-1973598" y="3082506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eller ord til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AU Passata Bold</a:t>
            </a:r>
            <a:endParaRPr lang="en-GB" sz="4799" dirty="0"/>
          </a:p>
        </p:txBody>
      </p:sp>
      <p:sp>
        <p:nvSpPr>
          <p:cNvPr id="22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pic>
        <p:nvPicPr>
          <p:cNvPr id="17" name="Au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7600"/>
            <a:ext cx="557569" cy="558000"/>
          </a:xfrm>
          <a:prstGeom prst="rect">
            <a:avLst/>
          </a:prstGeom>
        </p:spPr>
      </p:pic>
      <p:pic>
        <p:nvPicPr>
          <p:cNvPr id="23" name="Billede 2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200" y="5997600"/>
            <a:ext cx="71734" cy="557999"/>
          </a:xfrm>
          <a:prstGeom prst="rect">
            <a:avLst/>
          </a:prstGeom>
        </p:spPr>
      </p:pic>
      <p:sp>
        <p:nvSpPr>
          <p:cNvPr id="34819" name="Title 1"/>
          <p:cNvSpPr>
            <a:spLocks noGrp="1" noChangeArrowheads="1"/>
          </p:cNvSpPr>
          <p:nvPr>
            <p:ph type="ctrTitle"/>
          </p:nvPr>
        </p:nvSpPr>
        <p:spPr>
          <a:xfrm>
            <a:off x="985838" y="2482343"/>
            <a:ext cx="10220325" cy="1661993"/>
          </a:xfrm>
        </p:spPr>
        <p:txBody>
          <a:bodyPr wrap="square" anchor="ctr" anchorCtr="0">
            <a:spAutoFit/>
          </a:bodyPr>
          <a:lstStyle>
            <a:lvl1pPr>
              <a:lnSpc>
                <a:spcPct val="90000"/>
              </a:lnSpc>
              <a:defRPr sz="6000" baseline="0">
                <a:solidFill>
                  <a:schemeClr val="bg1"/>
                </a:solidFill>
                <a:latin typeface="AU Passata Light" panose="020B03030309020308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7" name="Date_DateCustomA" descr="{&quot;templafy&quot;:{&quot;id&quot;:&quot;55f0c831-472c-4ea8-a2d3-a82f5c3f56e5&quot;}}">
            <a:extLst>
              <a:ext uri="{FF2B5EF4-FFF2-40B4-BE49-F238E27FC236}">
                <a16:creationId xmlns:a16="http://schemas.microsoft.com/office/drawing/2014/main" id="{79F28AD6-C756-3FA9-8D35-B9ED537E5DD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4752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29. August 2025</a:t>
            </a:r>
          </a:p>
        </p:txBody>
      </p:sp>
      <p:sp>
        <p:nvSpPr>
          <p:cNvPr id="6" name="FLD_Event" descr="{&quot;templafy&quot;:{&quot;id&quot;:&quot;01b11b71-f2cf-4e2c-b0aa-4b7989ae3a72&quot;}}">
            <a:extLst>
              <a:ext uri="{FF2B5EF4-FFF2-40B4-BE49-F238E27FC236}">
                <a16:creationId xmlns:a16="http://schemas.microsoft.com/office/drawing/2014/main" id="{57887568-1188-7AD6-FE68-DD94BB3E074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Evolutionary Thinking</a:t>
            </a:r>
          </a:p>
        </p:txBody>
      </p:sp>
      <p:sp>
        <p:nvSpPr>
          <p:cNvPr id="28" name="USR_Title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4752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9" name="USR_Name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444040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3420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879515054" name="SecondaryLogo" descr="{&quot;templafy&quot;:{&quot;id&quot;:&quot;737fd2d9-3b18-4e59-b346-afd0d77dcaf4&quot;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113" y="5999002"/>
            <a:ext cx="1659600" cy="558000"/>
          </a:xfrm>
          <a:prstGeom prst="rect">
            <a:avLst/>
          </a:prstGeom>
        </p:spPr>
      </p:pic>
      <p:sp>
        <p:nvSpPr>
          <p:cNvPr id="11" name="OFF_logo2Computed" descr="{&quot;templafy&quot;:{&quot;id&quot;:&quot;5c16850b-acca-41ad-90ce-6258473781ed&quot;}}">
            <a:extLst>
              <a:ext uri="{FF2B5EF4-FFF2-40B4-BE49-F238E27FC236}">
                <a16:creationId xmlns:a16="http://schemas.microsoft.com/office/drawing/2014/main" id="{A3243EC3-3157-0FCB-B9C5-4D04D60102D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r>
              <a:rPr lang="en-GB" sz="600" cap="all" spc="40" baseline="0" dirty="0">
                <a:solidFill>
                  <a:schemeClr val="bg1"/>
                </a:solidFill>
                <a:latin typeface="AU Passata Light" pitchFamily="34" charset="0"/>
              </a:rPr>
              <a:t>Department of Molecular Biology and Genetics</a:t>
            </a:r>
          </a:p>
        </p:txBody>
      </p:sp>
      <p:sp>
        <p:nvSpPr>
          <p:cNvPr id="12" name="OFF_logo1Computed" descr="{&quot;templafy&quot;:{&quot;id&quot;:&quot;61e5ac26-aaa0-41b8-b9ef-24517992f922&quot;}}">
            <a:extLst>
              <a:ext uri="{FF2B5EF4-FFF2-40B4-BE49-F238E27FC236}">
                <a16:creationId xmlns:a16="http://schemas.microsoft.com/office/drawing/2014/main" id="{295F1ED3-E7A6-8E03-3171-374E099942CC}"/>
              </a:ext>
            </a:extLst>
          </p:cNvPr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en-GB" sz="1000" b="0" i="0" u="none" strike="noStrike" cap="all" normalizeH="0" baseline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Department of Molecular Biology and Genetics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739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5838" y="1960079"/>
            <a:ext cx="10220325" cy="3937484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5" name="TextBox 4"/>
          <p:cNvSpPr txBox="1"/>
          <p:nvPr userDrawn="1"/>
        </p:nvSpPr>
        <p:spPr>
          <a:xfrm>
            <a:off x="-1973598" y="340161"/>
            <a:ext cx="1825892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to</a:t>
            </a: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 linjer 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til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AU Passata Bold</a:t>
            </a:r>
            <a:endParaRPr lang="en-GB" sz="4799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29/10/2025</a:t>
            </a:fld>
            <a:endParaRPr lang="en-GB" dirty="0"/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line title and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vid baggrund"/>
          <p:cNvSpPr/>
          <p:nvPr userDrawn="1"/>
        </p:nvSpPr>
        <p:spPr bwMode="auto">
          <a:xfrm>
            <a:off x="0" y="-1"/>
            <a:ext cx="12193200" cy="5894387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6" name="Black Rectangle"/>
          <p:cNvSpPr/>
          <p:nvPr userDrawn="1"/>
        </p:nvSpPr>
        <p:spPr>
          <a:xfrm>
            <a:off x="990000" y="1045684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  <a:p>
            <a:pPr algn="ctr"/>
            <a:endParaRPr lang="en-GB" sz="4799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15913" y="228627"/>
            <a:ext cx="11556000" cy="752101"/>
          </a:xfrm>
        </p:spPr>
        <p:txBody>
          <a:bodyPr anchor="t" anchorCtr="0"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5838" y="1373021"/>
            <a:ext cx="10220325" cy="4521366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18" name="TextBox 17"/>
          <p:cNvSpPr txBox="1"/>
          <p:nvPr userDrawn="1"/>
        </p:nvSpPr>
        <p:spPr>
          <a:xfrm>
            <a:off x="-1973598" y="340161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én linje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Light eller AU Passata Bold</a:t>
            </a:r>
            <a:endParaRPr lang="en-GB" sz="4799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29/10/2025</a:t>
            </a:fld>
            <a:endParaRPr lang="en-GB" dirty="0"/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7128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5" userDrawn="1">
          <p15:clr>
            <a:srgbClr val="00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Hvid baggrund"/>
          <p:cNvSpPr/>
          <p:nvPr userDrawn="1"/>
        </p:nvSpPr>
        <p:spPr bwMode="auto">
          <a:xfrm>
            <a:off x="0" y="0"/>
            <a:ext cx="12193200" cy="5911200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5" name="Black Rectangle"/>
          <p:cNvSpPr/>
          <p:nvPr userDrawn="1"/>
        </p:nvSpPr>
        <p:spPr>
          <a:xfrm>
            <a:off x="990000" y="1045684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  <a:p>
            <a:pPr algn="ctr"/>
            <a:endParaRPr lang="en-GB" sz="4799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16800" y="230400"/>
            <a:ext cx="5644263" cy="752400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en-GB" dirty="0"/>
              <a:t>Insert title</a:t>
            </a:r>
            <a:endParaRPr lang="en-GB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985838" y="1371600"/>
            <a:ext cx="4975225" cy="4525964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6230198" y="315913"/>
            <a:ext cx="5644110" cy="5581650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9" name="TextBox 8"/>
          <p:cNvSpPr txBox="1"/>
          <p:nvPr userDrawn="1"/>
        </p:nvSpPr>
        <p:spPr>
          <a:xfrm>
            <a:off x="-1973598" y="340161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én linje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Light eller AU Passata Bold</a:t>
            </a:r>
            <a:endParaRPr lang="en-GB" sz="4799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7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5" name="Date Placeholder 4" hidden="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29/10/2025</a:t>
            </a:fld>
            <a:endParaRPr lang="en-GB" dirty="0"/>
          </a:p>
        </p:txBody>
      </p:sp>
      <p:sp>
        <p:nvSpPr>
          <p:cNvPr id="6" name="Footer Placeholder 5" hidden="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97871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4" userDrawn="1">
          <p15:clr>
            <a:srgbClr val="A4A3A4"/>
          </p15:clr>
        </p15:guide>
        <p15:guide id="2" pos="3755" userDrawn="1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sonal 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Hvid baggrund"/>
          <p:cNvSpPr/>
          <p:nvPr userDrawn="1"/>
        </p:nvSpPr>
        <p:spPr bwMode="auto">
          <a:xfrm>
            <a:off x="0" y="0"/>
            <a:ext cx="12193200" cy="5911011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5" name="Black Rectangle"/>
          <p:cNvSpPr/>
          <p:nvPr userDrawn="1"/>
        </p:nvSpPr>
        <p:spPr>
          <a:xfrm>
            <a:off x="1001075" y="2694542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  <a:p>
            <a:pPr algn="ctr"/>
            <a:endParaRPr lang="en-GB" sz="4799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5838" y="1484784"/>
            <a:ext cx="4975225" cy="971980"/>
          </a:xfrm>
        </p:spPr>
        <p:txBody>
          <a:bodyPr anchor="b" anchorCtr="0"/>
          <a:lstStyle>
            <a:lvl1pPr>
              <a:lnSpc>
                <a:spcPct val="95000"/>
              </a:lnSpc>
              <a:defRPr sz="3000">
                <a:latin typeface="+mn-lt"/>
              </a:defRPr>
            </a:lvl1pPr>
          </a:lstStyle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985838" y="3010711"/>
            <a:ext cx="4975225" cy="1858449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  <a:lvl5pPr>
              <a:defRPr/>
            </a:lvl5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  <a:p>
            <a:pPr lvl="5"/>
            <a:r>
              <a:rPr lang="en-GB" dirty="0"/>
              <a:t>6</a:t>
            </a:r>
            <a:endParaRPr lang="en-GB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6231600" y="315913"/>
            <a:ext cx="5644800" cy="5583600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9" name="TextBox 8"/>
          <p:cNvSpPr txBox="1"/>
          <p:nvPr userDrawn="1"/>
        </p:nvSpPr>
        <p:spPr>
          <a:xfrm>
            <a:off x="-1973598" y="1780882"/>
            <a:ext cx="18258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to</a:t>
            </a: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 linjer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7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5" name="Date Placeholder 4" hidden="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29/10/2025</a:t>
            </a:fld>
            <a:endParaRPr lang="en-GB" dirty="0"/>
          </a:p>
        </p:txBody>
      </p:sp>
      <p:sp>
        <p:nvSpPr>
          <p:cNvPr id="6" name="Footer Placeholder 5" hidden="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0316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0" userDrawn="1">
          <p15:clr>
            <a:srgbClr val="A4A3A4"/>
          </p15:clr>
        </p15:guide>
        <p15:guide id="2" pos="3755" userDrawn="1">
          <p15:clr>
            <a:srgbClr val="A4A3A4"/>
          </p15:clr>
        </p15:guide>
        <p15:guide id="3" orient="horz" pos="3069" userDrawn="1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"/>
          <p:cNvSpPr>
            <a:spLocks noGrp="1"/>
          </p:cNvSpPr>
          <p:nvPr>
            <p:ph type="pic" sz="quarter" idx="11" hasCustomPrompt="1"/>
          </p:nvPr>
        </p:nvSpPr>
        <p:spPr>
          <a:xfrm>
            <a:off x="316800" y="316800"/>
            <a:ext cx="11559600" cy="55836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4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29/10/2025</a:t>
            </a:fld>
            <a:endParaRPr lang="en-GB" dirty="0"/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7618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"/>
          <p:cNvSpPr>
            <a:spLocks noGrp="1"/>
          </p:cNvSpPr>
          <p:nvPr>
            <p:ph type="pic" sz="quarter" idx="11" hasCustomPrompt="1"/>
          </p:nvPr>
        </p:nvSpPr>
        <p:spPr>
          <a:xfrm>
            <a:off x="316800" y="316800"/>
            <a:ext cx="5644800" cy="55836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6231600" y="316800"/>
            <a:ext cx="5644800" cy="55836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29/10/2025</a:t>
            </a:fld>
            <a:endParaRPr lang="en-GB" dirty="0"/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7004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4" userDrawn="1">
          <p15:clr>
            <a:srgbClr val="A4A3A4"/>
          </p15:clr>
        </p15:guide>
        <p15:guide id="2" pos="3754" userDrawn="1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"/>
          <p:cNvSpPr>
            <a:spLocks noGrp="1"/>
          </p:cNvSpPr>
          <p:nvPr>
            <p:ph type="pic" sz="quarter" idx="11" hasCustomPrompt="1"/>
          </p:nvPr>
        </p:nvSpPr>
        <p:spPr>
          <a:xfrm>
            <a:off x="316800" y="316800"/>
            <a:ext cx="5644800" cy="26532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316800" y="3237372"/>
            <a:ext cx="5644800" cy="26532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2" hasCustomPrompt="1"/>
          </p:nvPr>
        </p:nvSpPr>
        <p:spPr>
          <a:xfrm>
            <a:off x="6231600" y="316800"/>
            <a:ext cx="5644800" cy="55836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8" name="Date Placeholder 7" hidden="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29/10/2025</a:t>
            </a:fld>
            <a:endParaRPr lang="en-GB" dirty="0"/>
          </a:p>
        </p:txBody>
      </p:sp>
      <p:sp>
        <p:nvSpPr>
          <p:cNvPr id="9" name="Footer Placeholder 8" hidden="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0751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2" userDrawn="1">
          <p15:clr>
            <a:srgbClr val="A4A3A4"/>
          </p15:clr>
        </p15:guide>
        <p15:guide id="2" pos="3755" userDrawn="1">
          <p15:clr>
            <a:srgbClr val="A4A3A4"/>
          </p15:clr>
        </p15:guide>
        <p15:guide id="3" orient="horz" pos="2039" userDrawn="1">
          <p15:clr>
            <a:srgbClr val="A4A3A4"/>
          </p15:clr>
        </p15:guide>
        <p15:guide id="4" orient="horz" pos="1872" userDrawn="1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>
          <a:xfrm>
            <a:off x="316800" y="316800"/>
            <a:ext cx="5644800" cy="55836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6231600" y="316800"/>
            <a:ext cx="5644800" cy="26532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6231600" y="3237372"/>
            <a:ext cx="5644800" cy="26532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8" name="Date Placeholder 7" hidden="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29/10/2025</a:t>
            </a:fld>
            <a:endParaRPr lang="en-GB" dirty="0"/>
          </a:p>
        </p:txBody>
      </p:sp>
      <p:sp>
        <p:nvSpPr>
          <p:cNvPr id="9" name="Footer Placeholder 8" hidden="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5702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2" userDrawn="1">
          <p15:clr>
            <a:srgbClr val="A4A3A4"/>
          </p15:clr>
        </p15:guide>
        <p15:guide id="2" pos="3755" userDrawn="1">
          <p15:clr>
            <a:srgbClr val="A4A3A4"/>
          </p15:clr>
        </p15:guide>
        <p15:guide id="3" orient="horz" pos="2039" userDrawn="1">
          <p15:clr>
            <a:srgbClr val="A4A3A4"/>
          </p15:clr>
        </p15:guide>
        <p15:guide id="4" orient="horz" pos="1872" userDrawn="1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slid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315913" y="315913"/>
            <a:ext cx="11557000" cy="6220354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4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29/10/2025</a:t>
            </a:fld>
            <a:endParaRPr lang="en-GB" dirty="0"/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49476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vid baggrund"/>
          <p:cNvSpPr/>
          <p:nvPr userDrawn="1"/>
        </p:nvSpPr>
        <p:spPr bwMode="auto">
          <a:xfrm>
            <a:off x="0" y="0"/>
            <a:ext cx="12188825" cy="5897563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29/10/2025</a:t>
            </a:fld>
            <a:endParaRPr lang="en-GB" dirty="0"/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1" name="Text Placeholder 61"/>
          <p:cNvSpPr>
            <a:spLocks noGrp="1"/>
          </p:cNvSpPr>
          <p:nvPr>
            <p:ph type="body" sz="quarter" idx="16" hasCustomPrompt="1"/>
          </p:nvPr>
        </p:nvSpPr>
        <p:spPr>
          <a:xfrm>
            <a:off x="1845940" y="1412776"/>
            <a:ext cx="8496944" cy="3744416"/>
          </a:xfrm>
        </p:spPr>
        <p:txBody>
          <a:bodyPr/>
          <a:lstStyle>
            <a:lvl1pPr marL="432000" indent="-432000" algn="ctr">
              <a:lnSpc>
                <a:spcPct val="107000"/>
              </a:lnSpc>
              <a:buSzPct val="250000"/>
              <a:buFontTx/>
              <a:buBlip>
                <a:blip r:embed="rId2"/>
              </a:buBlip>
              <a:defRPr sz="2800">
                <a:latin typeface="Georgia" panose="02040502050405020303" pitchFamily="18" charset="0"/>
              </a:defRPr>
            </a:lvl1pPr>
            <a:lvl2pPr marL="216000" indent="-216000" algn="ctr">
              <a:lnSpc>
                <a:spcPct val="99000"/>
              </a:lnSpc>
              <a:buFont typeface="Arial" panose="020B0604020202020204" pitchFamily="34" charset="0"/>
              <a:buChar char="-"/>
              <a:defRPr sz="2000" cap="all" baseline="0">
                <a:latin typeface="Georgia" panose="02040502050405020303" pitchFamily="18" charset="0"/>
              </a:defRPr>
            </a:lvl2pPr>
            <a:lvl3pPr algn="ctr">
              <a:buFontTx/>
              <a:buNone/>
              <a:defRPr/>
            </a:lvl3pPr>
          </a:lstStyle>
          <a:p>
            <a:pPr lvl="0"/>
            <a:r>
              <a:rPr lang="en-GB" dirty="0"/>
              <a:t>Click to add Quote text, for next level ENTER and TAB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61400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and 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vid baggrund"/>
          <p:cNvSpPr/>
          <p:nvPr userDrawn="1"/>
        </p:nvSpPr>
        <p:spPr bwMode="auto">
          <a:xfrm>
            <a:off x="0" y="0"/>
            <a:ext cx="12188825" cy="5897563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15913" y="230400"/>
            <a:ext cx="11563200" cy="752400"/>
          </a:xfrm>
        </p:spPr>
        <p:txBody>
          <a:bodyPr anchor="t" anchorCtr="0"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2998068" y="1853461"/>
            <a:ext cx="6264696" cy="2725288"/>
          </a:xfrm>
        </p:spPr>
        <p:txBody>
          <a:bodyPr/>
          <a:lstStyle>
            <a:lvl1pPr marL="432000" indent="-432000" algn="ctr">
              <a:lnSpc>
                <a:spcPct val="107000"/>
              </a:lnSpc>
              <a:buSzPct val="250000"/>
              <a:buFontTx/>
              <a:buBlip>
                <a:blip r:embed="rId2"/>
              </a:buBlip>
              <a:defRPr sz="2800">
                <a:latin typeface="Georgia" panose="02040502050405020303" pitchFamily="18" charset="0"/>
              </a:defRPr>
            </a:lvl1pPr>
            <a:lvl2pPr marL="216000" indent="-216000" algn="ctr">
              <a:lnSpc>
                <a:spcPct val="99000"/>
              </a:lnSpc>
              <a:buFont typeface="Arial" panose="020B0604020202020204" pitchFamily="34" charset="0"/>
              <a:buChar char="-"/>
              <a:defRPr sz="2000" cap="all" baseline="0">
                <a:latin typeface="Georgia" panose="02040502050405020303" pitchFamily="18" charset="0"/>
              </a:defRPr>
            </a:lvl2pPr>
            <a:lvl3pPr marL="576000" indent="0">
              <a:buNone/>
              <a:defRPr/>
            </a:lvl3pPr>
          </a:lstStyle>
          <a:p>
            <a:pPr lvl="0"/>
            <a:r>
              <a:rPr lang="en-GB" dirty="0"/>
              <a:t>Click to add Quote text, for next level ENTER and TAB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29/10/2025</a:t>
            </a:fld>
            <a:endParaRPr lang="en-GB" dirty="0"/>
          </a:p>
        </p:txBody>
      </p:sp>
      <p:sp>
        <p:nvSpPr>
          <p:cNvPr id="10" name="Footer Placeholder 9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51546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sl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"/>
          <p:cNvSpPr>
            <a:spLocks noGrp="1"/>
          </p:cNvSpPr>
          <p:nvPr>
            <p:ph sz="quarter" idx="12"/>
          </p:nvPr>
        </p:nvSpPr>
        <p:spPr>
          <a:xfrm>
            <a:off x="328613" y="328612"/>
            <a:ext cx="11550650" cy="621347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29/10/2025</a:t>
            </a:fld>
            <a:endParaRPr lang="en-GB" dirty="0"/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1562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6" name="TextBox 5"/>
          <p:cNvSpPr txBox="1"/>
          <p:nvPr userDrawn="1"/>
        </p:nvSpPr>
        <p:spPr>
          <a:xfrm>
            <a:off x="-2160355" y="1022476"/>
            <a:ext cx="2012649" cy="4734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i overskriften </a:t>
            </a:r>
            <a:b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til AU Passata Light</a:t>
            </a:r>
            <a:endParaRPr lang="en-GB" sz="4799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29/10/2025</a:t>
            </a:fld>
            <a:endParaRPr lang="en-GB" dirty="0"/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765820" y="1340768"/>
            <a:ext cx="1224136" cy="504056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2" name="Date Placeholder 1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29/10/2025</a:t>
            </a:fld>
            <a:endParaRPr lang="en-GB" dirty="0"/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pic>
        <p:nvPicPr>
          <p:cNvPr id="6" name="Log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8776" y="2163364"/>
            <a:ext cx="2531272" cy="2531272"/>
          </a:xfrm>
          <a:prstGeom prst="rect">
            <a:avLst/>
          </a:prstGeom>
        </p:spPr>
      </p:pic>
      <p:sp>
        <p:nvSpPr>
          <p:cNvPr id="5" name="Date Placeholder 4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29/10/2025</a:t>
            </a:fld>
            <a:endParaRPr lang="en-GB" dirty="0"/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 hidden="1"/>
          <p:cNvSpPr>
            <a:spLocks noGrp="1"/>
          </p:cNvSpPr>
          <p:nvPr>
            <p:ph type="sldNum" sz="quarter" idx="12"/>
          </p:nvPr>
        </p:nvSpPr>
        <p:spPr>
          <a:xfrm>
            <a:off x="0" y="7020000"/>
            <a:ext cx="0" cy="426079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74406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sp>
        <p:nvSpPr>
          <p:cNvPr id="34" name="Pladsholder til tekst 2"/>
          <p:cNvSpPr txBox="1">
            <a:spLocks/>
          </p:cNvSpPr>
          <p:nvPr userDrawn="1"/>
        </p:nvSpPr>
        <p:spPr>
          <a:xfrm>
            <a:off x="1090914" y="2098689"/>
            <a:ext cx="12745416" cy="1329861"/>
          </a:xfrm>
          <a:prstGeom prst="rect">
            <a:avLst/>
          </a:prstGeom>
        </p:spPr>
        <p:txBody>
          <a:bodyPr wrap="square" lIns="0" tIns="0" rIns="0" bIns="21600">
            <a:spAutoFit/>
          </a:bodyPr>
          <a:lstStyle>
            <a:lvl1pPr marL="0" indent="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None/>
              <a:defRPr sz="2200">
                <a:solidFill>
                  <a:schemeClr val="bg1"/>
                </a:solidFill>
                <a:latin typeface="AU Peto" panose="040C0B07020602020301" pitchFamily="82" charset="0"/>
                <a:ea typeface="AU Peto" panose="040C0B07020602020301" pitchFamily="82" charset="0"/>
                <a:cs typeface="+mn-cs"/>
              </a:defRPr>
            </a:lvl1pPr>
            <a:lvl2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2pPr>
            <a:lvl3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3pPr>
            <a:lvl4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4pPr>
            <a:lvl5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5pPr>
            <a:lvl6pPr marL="13525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6pPr>
            <a:lvl7pPr marL="18097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7pPr>
            <a:lvl8pPr marL="22669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8pPr>
            <a:lvl9pPr marL="27241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9pPr>
          </a:lstStyle>
          <a:p>
            <a:pPr>
              <a:lnSpc>
                <a:spcPct val="85000"/>
              </a:lnSpc>
            </a:pPr>
            <a:r>
              <a:rPr lang="en-GB" sz="10000" kern="0" dirty="0">
                <a:solidFill>
                  <a:schemeClr val="accent6"/>
                </a:solidFill>
                <a:latin typeface="AU Peto" panose="040C0B07020602020301" pitchFamily="82" charset="0"/>
              </a:rPr>
              <a:t>Aarhus</a:t>
            </a:r>
            <a:endParaRPr lang="en-GB"/>
          </a:p>
        </p:txBody>
      </p:sp>
      <p:sp>
        <p:nvSpPr>
          <p:cNvPr id="6" name="Pladsholder til tekst 2"/>
          <p:cNvSpPr txBox="1">
            <a:spLocks/>
          </p:cNvSpPr>
          <p:nvPr userDrawn="1"/>
        </p:nvSpPr>
        <p:spPr>
          <a:xfrm>
            <a:off x="7439540" y="2093600"/>
            <a:ext cx="4356484" cy="1329861"/>
          </a:xfrm>
          <a:prstGeom prst="rect">
            <a:avLst/>
          </a:prstGeom>
        </p:spPr>
        <p:txBody>
          <a:bodyPr wrap="square" lIns="0" tIns="0" rIns="0" bIns="21600">
            <a:spAutoFit/>
          </a:bodyPr>
          <a:lstStyle>
            <a:lvl1pPr marL="0" indent="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None/>
              <a:defRPr sz="2200">
                <a:solidFill>
                  <a:schemeClr val="bg1"/>
                </a:solidFill>
                <a:latin typeface="AU Peto" panose="040C0B07020602020301" pitchFamily="82" charset="0"/>
                <a:ea typeface="AU Peto" panose="040C0B07020602020301" pitchFamily="82" charset="0"/>
                <a:cs typeface="+mn-cs"/>
              </a:defRPr>
            </a:lvl1pPr>
            <a:lvl2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2pPr>
            <a:lvl3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3pPr>
            <a:lvl4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4pPr>
            <a:lvl5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5pPr>
            <a:lvl6pPr marL="13525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6pPr>
            <a:lvl7pPr marL="18097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7pPr>
            <a:lvl8pPr marL="22669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8pPr>
            <a:lvl9pPr marL="27241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9pPr>
          </a:lstStyle>
          <a:p>
            <a:pPr>
              <a:lnSpc>
                <a:spcPct val="85000"/>
              </a:lnSpc>
            </a:pPr>
            <a:r>
              <a:rPr lang="en-GB" sz="10000" kern="0" dirty="0" err="1">
                <a:solidFill>
                  <a:schemeClr val="bg1"/>
                </a:solidFill>
                <a:latin typeface="AU Peto" panose="040C0B07020602020301" pitchFamily="82" charset="0"/>
              </a:rPr>
              <a:t>uni</a:t>
            </a:r>
            <a:endParaRPr lang="en-GB" sz="10000" kern="0" dirty="0">
              <a:solidFill>
                <a:schemeClr val="bg1"/>
              </a:solidFill>
              <a:latin typeface="AU Peto" panose="040C0B07020602020301" pitchFamily="82" charset="0"/>
            </a:endParaRPr>
          </a:p>
        </p:txBody>
      </p:sp>
      <p:sp>
        <p:nvSpPr>
          <p:cNvPr id="7" name="Pladsholder til tekst 2"/>
          <p:cNvSpPr txBox="1">
            <a:spLocks/>
          </p:cNvSpPr>
          <p:nvPr userDrawn="1"/>
        </p:nvSpPr>
        <p:spPr>
          <a:xfrm>
            <a:off x="1881492" y="3428550"/>
            <a:ext cx="9289032" cy="1329861"/>
          </a:xfrm>
          <a:prstGeom prst="rect">
            <a:avLst/>
          </a:prstGeom>
        </p:spPr>
        <p:txBody>
          <a:bodyPr wrap="square" lIns="0" tIns="0" rIns="0" bIns="21600">
            <a:spAutoFit/>
          </a:bodyPr>
          <a:lstStyle>
            <a:lvl1pPr marL="0" indent="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None/>
              <a:defRPr sz="2200">
                <a:solidFill>
                  <a:schemeClr val="bg1"/>
                </a:solidFill>
                <a:latin typeface="AU Peto" panose="040C0B07020602020301" pitchFamily="82" charset="0"/>
                <a:ea typeface="AU Peto" panose="040C0B07020602020301" pitchFamily="82" charset="0"/>
                <a:cs typeface="+mn-cs"/>
              </a:defRPr>
            </a:lvl1pPr>
            <a:lvl2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2pPr>
            <a:lvl3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3pPr>
            <a:lvl4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4pPr>
            <a:lvl5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5pPr>
            <a:lvl6pPr marL="13525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6pPr>
            <a:lvl7pPr marL="18097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7pPr>
            <a:lvl8pPr marL="22669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8pPr>
            <a:lvl9pPr marL="27241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GB" sz="10000" kern="0" dirty="0" err="1">
                <a:solidFill>
                  <a:schemeClr val="bg1"/>
                </a:solidFill>
                <a:latin typeface="AU Peto" panose="040C0B07020602020301" pitchFamily="82" charset="0"/>
              </a:rPr>
              <a:t>versiet</a:t>
            </a:r>
            <a:endParaRPr lang="en-GB" sz="10000" dirty="0">
              <a:solidFill>
                <a:schemeClr val="bg1"/>
              </a:solidFill>
              <a:latin typeface="AU Peto" panose="040C0B07020602020301" pitchFamily="82" charset="0"/>
            </a:endParaRPr>
          </a:p>
        </p:txBody>
      </p:sp>
      <p:sp>
        <p:nvSpPr>
          <p:cNvPr id="8" name="Date Placeholder 4" hidden="1"/>
          <p:cNvSpPr>
            <a:spLocks noGrp="1"/>
          </p:cNvSpPr>
          <p:nvPr>
            <p:ph type="dt" sz="half" idx="10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fld id="{78417F83-4CBA-48F2-BAD0-783AE3701E32}" type="datetimeFigureOut">
              <a:rPr lang="en-GB" smtClean="0"/>
              <a:pPr/>
              <a:t>29/10/2025</a:t>
            </a:fld>
            <a:endParaRPr lang="en-GB" dirty="0"/>
          </a:p>
        </p:txBody>
      </p:sp>
      <p:sp>
        <p:nvSpPr>
          <p:cNvPr id="9" name="Footer Placeholder 6" hidden="1"/>
          <p:cNvSpPr>
            <a:spLocks noGrp="1"/>
          </p:cNvSpPr>
          <p:nvPr>
            <p:ph type="ftr" sz="quarter" idx="11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0" name="Slide Number Placeholder 8" hidden="1"/>
          <p:cNvSpPr>
            <a:spLocks noGrp="1"/>
          </p:cNvSpPr>
          <p:nvPr>
            <p:ph type="sldNum" sz="quarter" idx="12"/>
          </p:nvPr>
        </p:nvSpPr>
        <p:spPr>
          <a:xfrm>
            <a:off x="0" y="7020000"/>
            <a:ext cx="0" cy="426079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62406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Aarhus Universit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4" hidden="1"/>
          <p:cNvSpPr>
            <a:spLocks noGrp="1"/>
          </p:cNvSpPr>
          <p:nvPr>
            <p:ph type="dt" sz="half" idx="10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fld id="{78417F83-4CBA-48F2-BAD0-783AE3701E32}" type="datetimeFigureOut">
              <a:rPr lang="en-GB" smtClean="0"/>
              <a:pPr/>
              <a:t>29/10/2025</a:t>
            </a:fld>
            <a:endParaRPr lang="en-GB" dirty="0"/>
          </a:p>
        </p:txBody>
      </p:sp>
      <p:sp>
        <p:nvSpPr>
          <p:cNvPr id="9" name="Footer Placeholder 6" hidden="1"/>
          <p:cNvSpPr>
            <a:spLocks noGrp="1"/>
          </p:cNvSpPr>
          <p:nvPr>
            <p:ph type="ftr" sz="quarter" idx="11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0" name="Slide Number Placeholder 8" hidden="1"/>
          <p:cNvSpPr>
            <a:spLocks noGrp="1"/>
          </p:cNvSpPr>
          <p:nvPr>
            <p:ph type="sldNum" sz="quarter" idx="12"/>
          </p:nvPr>
        </p:nvSpPr>
        <p:spPr>
          <a:xfrm>
            <a:off x="0" y="7020000"/>
            <a:ext cx="0" cy="426079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8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sp>
        <p:nvSpPr>
          <p:cNvPr id="5" name="LAN_AUWBreak" descr="{&quot;templafy&quot;:{&quot;id&quot;:&quot;49f7d88b-62d3-4675-aa80-11fd0206803f&quot;}}"/>
          <p:cNvSpPr/>
          <p:nvPr userDrawn="1"/>
        </p:nvSpPr>
        <p:spPr bwMode="auto">
          <a:xfrm>
            <a:off x="6022613" y="2804400"/>
            <a:ext cx="65" cy="739391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183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en-GB" sz="4000" b="0" i="0" u="none" strike="noStrike" cap="all" normalizeH="0" baseline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Department of Molecular Biology and Genetics</a:t>
            </a:r>
          </a:p>
        </p:txBody>
      </p:sp>
      <p:pic>
        <p:nvPicPr>
          <p:cNvPr id="6" name="Logo white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268" y="2864711"/>
            <a:ext cx="2228400" cy="1116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896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3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hidden="1"/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78417F83-4CBA-48F2-BAD0-783AE3701E32}" type="datetimeFigureOut">
              <a:rPr lang="en-GB" smtClean="0"/>
              <a:pPr/>
              <a:t>29/10/2025</a:t>
            </a:fld>
            <a:endParaRPr lang="en-GB" dirty="0"/>
          </a:p>
        </p:txBody>
      </p:sp>
      <p:sp>
        <p:nvSpPr>
          <p:cNvPr id="3" name="Footer Placeholder 2" hidden="1"/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23" name="Black Rectangle"/>
          <p:cNvSpPr/>
          <p:nvPr userDrawn="1"/>
        </p:nvSpPr>
        <p:spPr>
          <a:xfrm>
            <a:off x="989440" y="1663088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  <a:p>
            <a:pPr algn="ctr"/>
            <a:endParaRPr lang="en-GB" sz="4799" dirty="0"/>
          </a:p>
        </p:txBody>
      </p:sp>
      <p:pic>
        <p:nvPicPr>
          <p:cNvPr id="7" name="Au logo"/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9002"/>
            <a:ext cx="557570" cy="558000"/>
          </a:xfrm>
          <a:prstGeom prst="rect">
            <a:avLst/>
          </a:prstGeom>
        </p:spPr>
      </p:pic>
      <p:pic>
        <p:nvPicPr>
          <p:cNvPr id="10" name="Billede streg"/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200" y="5997600"/>
            <a:ext cx="71734" cy="558000"/>
          </a:xfrm>
          <a:prstGeom prst="rect">
            <a:avLst/>
          </a:prstGeom>
        </p:spPr>
      </p:pic>
      <p:sp>
        <p:nvSpPr>
          <p:cNvPr id="1027" name="Placeholder title 1"/>
          <p:cNvSpPr>
            <a:spLocks noGrp="1" noChangeArrowheads="1"/>
          </p:cNvSpPr>
          <p:nvPr>
            <p:ph type="title"/>
          </p:nvPr>
        </p:nvSpPr>
        <p:spPr bwMode="auto">
          <a:xfrm>
            <a:off x="315913" y="149115"/>
            <a:ext cx="11557000" cy="130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dirty="0"/>
              <a:t>Click to edit Master title style</a:t>
            </a:r>
            <a:endParaRPr lang="en-GB"/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85838" y="1960079"/>
            <a:ext cx="10220325" cy="3937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dirty="0"/>
              <a:t>Click to edit Master text styles</a:t>
            </a:r>
            <a:endParaRPr lang="en-GB"/>
          </a:p>
          <a:p>
            <a:pPr lvl="1"/>
            <a:r>
              <a:rPr lang="en-GB" noProof="0" dirty="0"/>
              <a:t>Second level</a:t>
            </a:r>
            <a:endParaRPr lang="en-GB"/>
          </a:p>
          <a:p>
            <a:pPr lvl="2"/>
            <a:r>
              <a:rPr lang="en-GB" noProof="0" dirty="0"/>
              <a:t>Third level</a:t>
            </a:r>
            <a:endParaRPr lang="en-GB"/>
          </a:p>
          <a:p>
            <a:pPr lvl="3"/>
            <a:r>
              <a:rPr lang="en-GB" noProof="0" dirty="0"/>
              <a:t>Fourth level</a:t>
            </a:r>
            <a:endParaRPr lang="en-GB"/>
          </a:p>
          <a:p>
            <a:pPr lvl="4"/>
            <a:r>
              <a:rPr lang="en-GB" noProof="0" dirty="0"/>
              <a:t>Fifth level</a:t>
            </a:r>
            <a:endParaRPr lang="en-GB"/>
          </a:p>
          <a:p>
            <a:pPr lvl="5"/>
            <a:r>
              <a:rPr lang="en-GB" noProof="0" dirty="0"/>
              <a:t>6 level</a:t>
            </a:r>
            <a:endParaRPr lang="en-GB"/>
          </a:p>
          <a:p>
            <a:pPr lvl="6"/>
            <a:r>
              <a:rPr lang="en-GB" noProof="0" dirty="0"/>
              <a:t>7 level</a:t>
            </a:r>
            <a:endParaRPr lang="en-GB"/>
          </a:p>
          <a:p>
            <a:pPr lvl="7"/>
            <a:r>
              <a:rPr lang="en-GB" noProof="0" dirty="0"/>
              <a:t>8 level</a:t>
            </a:r>
            <a:endParaRPr lang="en-GB"/>
          </a:p>
          <a:p>
            <a:pPr lvl="8"/>
            <a:r>
              <a:rPr lang="en-GB" noProof="0" dirty="0"/>
              <a:t>9 level</a:t>
            </a:r>
            <a:endParaRPr lang="en-GB"/>
          </a:p>
        </p:txBody>
      </p:sp>
      <p:sp>
        <p:nvSpPr>
          <p:cNvPr id="5" name="Date_DateCustomA" descr="{&quot;templafy&quot;:{&quot;id&quot;:&quot;e9ec1846-fc70-4b1f-91d1-af31a7ef0312&quot;}}">
            <a:extLst>
              <a:ext uri="{FF2B5EF4-FFF2-40B4-BE49-F238E27FC236}">
                <a16:creationId xmlns:a16="http://schemas.microsoft.com/office/drawing/2014/main" id="{2DB864AE-EC00-948C-4AD8-CC3FC72BC82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4752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tx1"/>
                </a:solidFill>
                <a:latin typeface="+mn-lt"/>
              </a:rPr>
              <a:t>29. August 2025</a:t>
            </a:r>
          </a:p>
        </p:txBody>
      </p:sp>
      <p:sp>
        <p:nvSpPr>
          <p:cNvPr id="4" name="FLD_Event" descr="{&quot;templafy&quot;:{&quot;id&quot;:&quot;6b5290eb-2f43-4d9e-9d6d-e0daf52783fe&quot;}}">
            <a:extLst>
              <a:ext uri="{FF2B5EF4-FFF2-40B4-BE49-F238E27FC236}">
                <a16:creationId xmlns:a16="http://schemas.microsoft.com/office/drawing/2014/main" id="{D0C255F4-97F5-2F16-C830-C233FA325C1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tx1"/>
                </a:solidFill>
                <a:latin typeface="+mn-lt"/>
              </a:rPr>
              <a:t>Evolutionary Thinking</a:t>
            </a:r>
          </a:p>
        </p:txBody>
      </p:sp>
      <p:sp>
        <p:nvSpPr>
          <p:cNvPr id="28" name="USR_Title" descr="{&quot;templafy&quot;:{&quot;id&quot;:&quot;77b6b9a6-262d-4793-baa6-9017e23b17f8&quot;}}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4752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tx1"/>
                </a:solidFill>
                <a:latin typeface="+mn-lt"/>
              </a:rPr>
              <a:t>Ph.d.-studerende</a:t>
            </a:r>
          </a:p>
        </p:txBody>
      </p:sp>
      <p:sp>
        <p:nvSpPr>
          <p:cNvPr id="21" name="USR_Name" descr="{&quot;templafy&quot;:{&quot;id&quot;:&quot;ddceb61f-142b-4271-810f-7e88745c4f6a&quot;}}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444040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3420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tx1"/>
                </a:solidFill>
                <a:latin typeface="+mn-lt"/>
              </a:rPr>
              <a:t>Emma Femke Diepeveen</a:t>
            </a:r>
          </a:p>
        </p:txBody>
      </p:sp>
      <p:pic>
        <p:nvPicPr>
          <p:cNvPr id="1313023955" name="SecondaryLogo_sort" descr="{&quot;templafy&quot;:{&quot;id&quot;:&quot;f3841f7a-f501-4eb1-a69e-e9c157c99b09&quot;}}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206000" y="5999002"/>
            <a:ext cx="1659600" cy="558000"/>
          </a:xfrm>
          <a:prstGeom prst="rect">
            <a:avLst/>
          </a:prstGeom>
        </p:spPr>
      </p:pic>
      <p:sp>
        <p:nvSpPr>
          <p:cNvPr id="25" name="OFF_logo2Computed" descr="{&quot;templafy&quot;:{&quot;id&quot;:&quot;5d3e756c-a45e-4103-adbe-cc33deb505f2&quot;}}"/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r>
              <a:rPr lang="en-GB" sz="600" cap="all" spc="40" baseline="0" dirty="0">
                <a:solidFill>
                  <a:schemeClr val="tx1"/>
                </a:solidFill>
                <a:latin typeface="AU Passata Light" pitchFamily="34" charset="0"/>
              </a:rPr>
              <a:t>Department of Molecular Biology and Genetics</a:t>
            </a:r>
          </a:p>
        </p:txBody>
      </p:sp>
      <p:sp>
        <p:nvSpPr>
          <p:cNvPr id="26" name="OFF_logo1Computed" descr="{&quot;templafy&quot;:{&quot;id&quot;:&quot;8014843d-a4f2-4a18-9d55-4244c2438944&quot;}}"/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en-GB" sz="1000" b="0" i="0" u="none" strike="noStrike" cap="all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U Passata" pitchFamily="34" charset="0"/>
              </a:rPr>
              <a:t>Department of Molecular Biology and Genetics</a:t>
            </a:r>
          </a:p>
        </p:txBody>
      </p:sp>
      <p:sp>
        <p:nvSpPr>
          <p:cNvPr id="1030" name="Sidetal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807992" y="6581497"/>
            <a:ext cx="252000" cy="135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lnSpc>
                <a:spcPts val="1200"/>
              </a:lnSpc>
              <a:buFontTx/>
              <a:buNone/>
              <a:defRPr sz="700" spc="40" baseline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6" r:id="rId2"/>
    <p:sldLayoutId id="2147483673" r:id="rId3"/>
    <p:sldLayoutId id="2147483666" r:id="rId4"/>
    <p:sldLayoutId id="2147483662" r:id="rId5"/>
    <p:sldLayoutId id="2147483649" r:id="rId6"/>
    <p:sldLayoutId id="2147483669" r:id="rId7"/>
    <p:sldLayoutId id="2147483661" r:id="rId8"/>
    <p:sldLayoutId id="2147483668" r:id="rId9"/>
    <p:sldLayoutId id="2147483663" r:id="rId10"/>
    <p:sldLayoutId id="2147483670" r:id="rId11"/>
    <p:sldLayoutId id="2147483654" r:id="rId12"/>
    <p:sldLayoutId id="2147483664" r:id="rId13"/>
    <p:sldLayoutId id="2147483671" r:id="rId14"/>
    <p:sldLayoutId id="2147483650" r:id="rId15"/>
    <p:sldLayoutId id="2147483655" r:id="rId16"/>
    <p:sldLayoutId id="2147483651" r:id="rId17"/>
    <p:sldLayoutId id="2147483672" r:id="rId18"/>
    <p:sldLayoutId id="2147483678" r:id="rId19"/>
    <p:sldLayoutId id="2147483658" r:id="rId20"/>
  </p:sldLayoutIdLst>
  <p:hf sldNum="0" hdr="0" ftr="0"/>
  <p:txStyles>
    <p:titleStyle>
      <a:lvl1pPr algn="l" rtl="0" eaLnBrk="1" fontAlgn="base" hangingPunct="1">
        <a:lnSpc>
          <a:spcPct val="89000"/>
        </a:lnSpc>
        <a:spcBef>
          <a:spcPct val="0"/>
        </a:spcBef>
        <a:spcAft>
          <a:spcPct val="0"/>
        </a:spcAft>
        <a:defRPr sz="4500" b="1" cap="all" baseline="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2pPr>
      <a:lvl3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3pPr>
      <a:lvl4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4pPr>
      <a:lvl5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5pPr>
      <a:lvl6pPr marL="4572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6pPr>
      <a:lvl7pPr marL="9144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7pPr>
      <a:lvl8pPr marL="13716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8pPr>
      <a:lvl9pPr marL="18288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9pPr>
    </p:titleStyle>
    <p:bodyStyle>
      <a:lvl1pPr marL="0" indent="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Calibri" panose="020F0502020204030204" pitchFamily="34" charset="0"/>
        <a:buChar char="​"/>
        <a:defRPr sz="2000" b="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2pPr>
      <a:lvl3pPr marL="75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3pPr>
      <a:lvl4pPr marL="1152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4pPr>
      <a:lvl5pPr marL="1512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5pPr>
      <a:lvl6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6pPr>
      <a:lvl7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7pPr>
      <a:lvl8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8pPr>
      <a:lvl9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3715" userDrawn="1">
          <p15:clr>
            <a:srgbClr val="000000"/>
          </p15:clr>
        </p15:guide>
        <p15:guide id="5" orient="horz" pos="4131" userDrawn="1">
          <p15:clr>
            <a:srgbClr val="A4A3A4"/>
          </p15:clr>
        </p15:guide>
        <p15:guide id="6" pos="7479" userDrawn="1">
          <p15:clr>
            <a:srgbClr val="A4A3A4"/>
          </p15:clr>
        </p15:guide>
        <p15:guide id="7" orient="horz" pos="1234" userDrawn="1">
          <p15:clr>
            <a:srgbClr val="000000"/>
          </p15:clr>
        </p15:guide>
        <p15:guide id="8" pos="7059" userDrawn="1">
          <p15:clr>
            <a:srgbClr val="000000"/>
          </p15:clr>
        </p15:guide>
        <p15:guide id="9" pos="199" userDrawn="1">
          <p15:clr>
            <a:srgbClr val="A4A3A4"/>
          </p15:clr>
        </p15:guide>
        <p15:guide id="10" pos="621" userDrawn="1">
          <p15:clr>
            <a:srgbClr val="000000"/>
          </p15:clr>
        </p15:guide>
        <p15:guide id="11" orient="horz" pos="199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.xml"/><Relationship Id="rId2" Type="http://schemas.openxmlformats.org/officeDocument/2006/relationships/customXml" Target="../../customXml/item4.xml"/><Relationship Id="rId1" Type="http://schemas.openxmlformats.org/officeDocument/2006/relationships/customXml" Target="../../customXml/item3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customXml" Target="../../customXml/item6.xml"/><Relationship Id="rId1" Type="http://schemas.openxmlformats.org/officeDocument/2006/relationships/customXml" Target="../../customXml/item5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85838" y="2233044"/>
            <a:ext cx="10220325" cy="2160591"/>
          </a:xfrm>
        </p:spPr>
        <p:txBody>
          <a:bodyPr/>
          <a:lstStyle/>
          <a:p>
            <a:r>
              <a:rPr lang="en-GB" dirty="0"/>
              <a:t>Comparative genomics &amp; the X chromosome</a:t>
            </a:r>
            <a:br>
              <a:rPr lang="en-GB" dirty="0"/>
            </a:br>
            <a:r>
              <a:rPr lang="en-GB" sz="3600" dirty="0"/>
              <a:t>week 44 paper discussion</a:t>
            </a:r>
            <a:endParaRPr lang="en-GB" dirty="0"/>
          </a:p>
        </p:txBody>
      </p:sp>
    </p:spTree>
    <p:custDataLst>
      <p:custData r:id="rId1"/>
      <p:custData r:id="rId2"/>
      <p:tags r:id="rId3"/>
    </p:custDataLst>
    <p:extLst>
      <p:ext uri="{BB962C8B-B14F-4D97-AF65-F5344CB8AC3E}">
        <p14:creationId xmlns:p14="http://schemas.microsoft.com/office/powerpoint/2010/main" val="948320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21589-FB20-171F-A329-378DAFCCD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800" y="230400"/>
            <a:ext cx="5644263" cy="752400"/>
          </a:xfrm>
        </p:spPr>
        <p:txBody>
          <a:bodyPr wrap="square" anchor="t">
            <a:noAutofit/>
          </a:bodyPr>
          <a:lstStyle/>
          <a:p>
            <a:r>
              <a:rPr lang="en-DK" sz="3500" dirty="0"/>
              <a:t>Primate of the Week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30E74-81AB-3E6F-CEBE-78DD66D1B2CF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pPr>
              <a:spcAft>
                <a:spcPts val="600"/>
              </a:spcAft>
            </a:pPr>
            <a:fld id="{D0C34056-17A0-4C45-B945-644AE25D63C3}" type="datetime1">
              <a:rPr lang="en-GB" smtClean="0"/>
              <a:pPr>
                <a:spcAft>
                  <a:spcPts val="600"/>
                </a:spcAft>
              </a:pPr>
              <a:t>29/10/2025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07BBC58-93EA-0ABA-1DCD-3E84EAF0ACC4}"/>
              </a:ext>
            </a:extLst>
          </p:cNvPr>
          <p:cNvSpPr txBox="1">
            <a:spLocks/>
          </p:cNvSpPr>
          <p:nvPr/>
        </p:nvSpPr>
        <p:spPr bwMode="auto">
          <a:xfrm>
            <a:off x="985838" y="1541101"/>
            <a:ext cx="6188694" cy="45259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0" indent="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alibri" panose="020F0502020204030204" pitchFamily="34" charset="0"/>
              <a:buChar char="​"/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75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15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51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GB" b="1" kern="0" dirty="0"/>
              <a:t>Mandrill </a:t>
            </a:r>
          </a:p>
          <a:p>
            <a:r>
              <a:rPr lang="en-GB" i="1" dirty="0"/>
              <a:t>Mandrillus sphinx</a:t>
            </a:r>
            <a:endParaRPr lang="en-GB" b="1" i="1" kern="0" dirty="0"/>
          </a:p>
          <a:p>
            <a:endParaRPr lang="en-GB" kern="0" dirty="0"/>
          </a:p>
          <a:p>
            <a:r>
              <a:rPr lang="en-GB" kern="0" dirty="0"/>
              <a:t>Occurs in Africa</a:t>
            </a:r>
          </a:p>
          <a:p>
            <a:r>
              <a:rPr lang="en-GB" kern="0" dirty="0"/>
              <a:t>Largest monkey species in the world</a:t>
            </a:r>
          </a:p>
          <a:p>
            <a:r>
              <a:rPr lang="en-GB" b="1" kern="0" dirty="0"/>
              <a:t>Sexual dimorphism</a:t>
            </a:r>
            <a:r>
              <a:rPr lang="en-GB" kern="0" dirty="0"/>
              <a:t>: Males are larger than females and more colourful </a:t>
            </a:r>
          </a:p>
          <a:p>
            <a:endParaRPr lang="en-GB" kern="0" dirty="0"/>
          </a:p>
          <a:p>
            <a:r>
              <a:rPr lang="en-GB" kern="0" dirty="0"/>
              <a:t>Colour indicates their testosterone level and also their status. </a:t>
            </a:r>
          </a:p>
          <a:p>
            <a:r>
              <a:rPr lang="en-GB" dirty="0"/>
              <a:t>Females tend to prefer more colourful males. </a:t>
            </a:r>
          </a:p>
          <a:p>
            <a:r>
              <a:rPr lang="en-GB" dirty="0"/>
              <a:t>When mandrills become excited, the colouring on their buttocks further brightens. </a:t>
            </a:r>
            <a:endParaRPr lang="en-GB" kern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B0D7C5-C4DB-1F53-D57F-5A0C87FE2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2564" y="230400"/>
            <a:ext cx="4045744" cy="32851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A7CD7D-096D-8E19-5D01-60F0D000CF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7386" y="3575284"/>
            <a:ext cx="4060922" cy="317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226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805E9-B4E9-F566-D4FD-3E1EE8BF8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</a:t>
            </a:r>
            <a:r>
              <a:rPr lang="en-DK" dirty="0"/>
              <a:t>lan for today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D8ADB8-02BB-98C8-36F9-F80664945E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85838" y="1371600"/>
            <a:ext cx="8636966" cy="4525964"/>
          </a:xfrm>
        </p:spPr>
        <p:txBody>
          <a:bodyPr/>
          <a:lstStyle/>
          <a:p>
            <a:r>
              <a:rPr lang="en-DK" b="1" dirty="0"/>
              <a:t>1. </a:t>
            </a:r>
            <a:r>
              <a:rPr lang="en-US" b="1" dirty="0"/>
              <a:t>Concepts important for today </a:t>
            </a:r>
          </a:p>
          <a:p>
            <a:pPr lvl="1"/>
            <a:r>
              <a:rPr lang="en-US" dirty="0"/>
              <a:t>Mammalian X chromosome decreased diversity</a:t>
            </a:r>
          </a:p>
          <a:p>
            <a:pPr lvl="2"/>
            <a:r>
              <a:rPr lang="en-US" dirty="0"/>
              <a:t>Introgression</a:t>
            </a:r>
          </a:p>
          <a:p>
            <a:pPr lvl="1"/>
            <a:r>
              <a:rPr lang="en-US" dirty="0"/>
              <a:t>Ampliconic genes </a:t>
            </a:r>
          </a:p>
          <a:p>
            <a:pPr lvl="2"/>
            <a:r>
              <a:rPr lang="en-US" dirty="0"/>
              <a:t>Meiotic drive</a:t>
            </a:r>
            <a:endParaRPr lang="en-DK" dirty="0"/>
          </a:p>
          <a:p>
            <a:endParaRPr lang="en-DK" dirty="0"/>
          </a:p>
          <a:p>
            <a:r>
              <a:rPr lang="en-DK" b="1" dirty="0"/>
              <a:t>2. Paper discussion in groups </a:t>
            </a:r>
          </a:p>
          <a:p>
            <a:endParaRPr lang="en-DK" dirty="0"/>
          </a:p>
          <a:p>
            <a:r>
              <a:rPr lang="en-DK" b="1" dirty="0"/>
              <a:t>3. 3 questions in Menti (please help me)</a:t>
            </a:r>
          </a:p>
          <a:p>
            <a:pPr marL="252000" lvl="1" indent="0">
              <a:buNone/>
            </a:pPr>
            <a:r>
              <a:rPr lang="en-DK" dirty="0"/>
              <a:t>“One Minute Paper” </a:t>
            </a:r>
            <a:r>
              <a:rPr lang="en-DK" dirty="0">
                <a:sym typeface="Wingdings" pitchFamily="2" charset="2"/>
              </a:rPr>
              <a:t> link paper to lecture concepts</a:t>
            </a:r>
          </a:p>
          <a:p>
            <a:pPr marL="252000" lvl="1" indent="0">
              <a:buNone/>
            </a:pPr>
            <a:r>
              <a:rPr lang="en-DK" dirty="0">
                <a:sym typeface="Wingdings" pitchFamily="2" charset="2"/>
              </a:rPr>
              <a:t>Active learning strategies opinion </a:t>
            </a:r>
          </a:p>
          <a:p>
            <a:pPr marL="252000" lvl="1" indent="0">
              <a:buNone/>
            </a:pPr>
            <a:r>
              <a:rPr lang="en-DK" dirty="0">
                <a:sym typeface="Wingdings" pitchFamily="2" charset="2"/>
              </a:rPr>
              <a:t>Concepts where you need more information</a:t>
            </a:r>
          </a:p>
          <a:p>
            <a:pPr marL="252000" lvl="1" indent="0">
              <a:buNone/>
            </a:pPr>
            <a:r>
              <a:rPr lang="en-DK" dirty="0">
                <a:sym typeface="Wingdings" pitchFamily="2" charset="2"/>
              </a:rPr>
              <a:t>Give your votes for primate of the day for </a:t>
            </a:r>
            <a:r>
              <a:rPr lang="en-GB" dirty="0">
                <a:sym typeface="Wingdings" pitchFamily="2" charset="2"/>
              </a:rPr>
              <a:t>F</a:t>
            </a:r>
            <a:r>
              <a:rPr lang="en-DK" dirty="0">
                <a:sym typeface="Wingdings" pitchFamily="2" charset="2"/>
              </a:rPr>
              <a:t>riday </a:t>
            </a:r>
          </a:p>
          <a:p>
            <a:pPr marL="252000" lvl="1" indent="0">
              <a:buNone/>
            </a:pPr>
            <a:endParaRPr lang="en-DK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78B2AC-A353-CBD3-8066-DAE25171D79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9529B5F-8D4E-004E-B315-5BE3B2EEF546}" type="datetime1">
              <a:rPr lang="en-GB" smtClean="0"/>
              <a:t>29/10/2025</a:t>
            </a:fld>
            <a:endParaRPr lang="en-GB" dirty="0"/>
          </a:p>
        </p:txBody>
      </p:sp>
      <p:pic>
        <p:nvPicPr>
          <p:cNvPr id="6" name="Graphic 5" descr="Heart with solid fill">
            <a:extLst>
              <a:ext uri="{FF2B5EF4-FFF2-40B4-BE49-F238E27FC236}">
                <a16:creationId xmlns:a16="http://schemas.microsoft.com/office/drawing/2014/main" id="{23B9F2A9-E672-F8AD-D358-903E2E2BC1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74132" y="2420888"/>
            <a:ext cx="554360" cy="55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445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AF260-B089-9BF6-33C1-6CAF54927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800" y="230400"/>
            <a:ext cx="11538252" cy="752400"/>
          </a:xfrm>
        </p:spPr>
        <p:txBody>
          <a:bodyPr/>
          <a:lstStyle/>
          <a:p>
            <a:pPr lvl="1"/>
            <a:r>
              <a:rPr lang="en-US" dirty="0"/>
              <a:t>Mammalian X chromosome decreased diversity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6B8DA-41BD-3C37-42A1-5E312E76D0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7788" y="1556792"/>
            <a:ext cx="10729192" cy="4525964"/>
          </a:xfrm>
        </p:spPr>
        <p:txBody>
          <a:bodyPr/>
          <a:lstStyle/>
          <a:p>
            <a:pPr>
              <a:buNone/>
            </a:pPr>
            <a:r>
              <a:rPr lang="en-DK" dirty="0"/>
              <a:t>Wide regions with highly reduced diversity on the X </a:t>
            </a:r>
          </a:p>
          <a:p>
            <a:pPr marL="342900" indent="-342900">
              <a:buFont typeface="Wingdings" pitchFamily="2" charset="2"/>
              <a:buChar char="à"/>
            </a:pPr>
            <a:r>
              <a:rPr lang="en-GB" dirty="0">
                <a:sym typeface="Wingdings" pitchFamily="2" charset="2"/>
              </a:rPr>
              <a:t>S</a:t>
            </a:r>
            <a:r>
              <a:rPr lang="en-DK" dirty="0">
                <a:sym typeface="Wingdings" pitchFamily="2" charset="2"/>
              </a:rPr>
              <a:t>elected sweeps </a:t>
            </a:r>
          </a:p>
          <a:p>
            <a:pPr marL="342900" indent="-342900">
              <a:buFont typeface="Wingdings" pitchFamily="2" charset="2"/>
              <a:buChar char="à"/>
            </a:pPr>
            <a:endParaRPr lang="en-DK" dirty="0">
              <a:sym typeface="Wingdings" pitchFamily="2" charset="2"/>
            </a:endParaRPr>
          </a:p>
          <a:p>
            <a:pPr>
              <a:buNone/>
            </a:pPr>
            <a:r>
              <a:rPr lang="en-DK" dirty="0">
                <a:sym typeface="Wingdings" pitchFamily="2" charset="2"/>
              </a:rPr>
              <a:t>Reduced diversity is also in ancestral species, measured less ILS (incomplete lineage sorting)</a:t>
            </a:r>
          </a:p>
          <a:p>
            <a:pPr>
              <a:buNone/>
            </a:pPr>
            <a:endParaRPr lang="en-DK" dirty="0">
              <a:sym typeface="Wingdings" pitchFamily="2" charset="2"/>
            </a:endParaRPr>
          </a:p>
          <a:p>
            <a:pPr>
              <a:buNone/>
            </a:pPr>
            <a:endParaRPr lang="en-DK" dirty="0">
              <a:sym typeface="Wingdings" pitchFamily="2" charset="2"/>
            </a:endParaRPr>
          </a:p>
          <a:p>
            <a:pPr>
              <a:buNone/>
            </a:pPr>
            <a:r>
              <a:rPr lang="en-DK" dirty="0">
                <a:sym typeface="Wingdings" pitchFamily="2" charset="2"/>
              </a:rPr>
              <a:t>There is also lack of </a:t>
            </a:r>
            <a:r>
              <a:rPr lang="en-DK" b="1" dirty="0">
                <a:solidFill>
                  <a:schemeClr val="tx2">
                    <a:lumMod val="50000"/>
                    <a:lumOff val="50000"/>
                  </a:schemeClr>
                </a:solidFill>
                <a:sym typeface="Wingdings" pitchFamily="2" charset="2"/>
              </a:rPr>
              <a:t>introgression</a:t>
            </a:r>
            <a:r>
              <a:rPr lang="en-DK" dirty="0">
                <a:sym typeface="Wingdings" pitchFamily="2" charset="2"/>
              </a:rPr>
              <a:t> = </a:t>
            </a:r>
            <a:r>
              <a:rPr lang="en-GB" dirty="0"/>
              <a:t>transfer of genetic information from one species to another as a result of hybridization between them and repeated </a:t>
            </a:r>
            <a:r>
              <a:rPr lang="en-US" dirty="0"/>
              <a:t>backcrossing</a:t>
            </a:r>
            <a:endParaRPr lang="en-DK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B6ADD9-8426-38B7-EDD3-FFB2039DDD5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EC41F5C-C709-A54B-961C-5FD82082BFB9}" type="datetime1">
              <a:rPr lang="en-GB" smtClean="0"/>
              <a:t>29/10/2025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7280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B9F54-5190-7443-808F-7AB1B4DAD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Ampliconic genes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118B8F-A09D-76C7-A6AC-A52548054F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85838" y="1371600"/>
            <a:ext cx="10293150" cy="4525964"/>
          </a:xfrm>
        </p:spPr>
        <p:txBody>
          <a:bodyPr/>
          <a:lstStyle/>
          <a:p>
            <a:r>
              <a:rPr lang="en-DK" dirty="0"/>
              <a:t>X and Y ampliconic genes</a:t>
            </a:r>
          </a:p>
          <a:p>
            <a:endParaRPr lang="en-DK" dirty="0"/>
          </a:p>
          <a:p>
            <a:r>
              <a:rPr lang="en-DK" dirty="0"/>
              <a:t>Gene copies with very high similarity </a:t>
            </a:r>
          </a:p>
          <a:p>
            <a:endParaRPr lang="en-DK" dirty="0"/>
          </a:p>
          <a:p>
            <a:r>
              <a:rPr lang="en-DK" dirty="0"/>
              <a:t>Copy number varies between different species of primates</a:t>
            </a:r>
          </a:p>
          <a:p>
            <a:endParaRPr lang="en-DK" dirty="0"/>
          </a:p>
          <a:p>
            <a:r>
              <a:rPr lang="en-DK" dirty="0"/>
              <a:t>Most of these genes are testis specific (during </a:t>
            </a:r>
            <a:r>
              <a:rPr lang="en-DK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Male Meiosis</a:t>
            </a:r>
            <a:r>
              <a:rPr lang="en-DK" dirty="0"/>
              <a:t>)</a:t>
            </a:r>
          </a:p>
          <a:p>
            <a:endParaRPr lang="en-DK" dirty="0"/>
          </a:p>
          <a:p>
            <a:r>
              <a:rPr lang="en-DK" dirty="0"/>
              <a:t>Could this be </a:t>
            </a:r>
            <a:r>
              <a:rPr lang="en-DK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meiotic drive</a:t>
            </a:r>
            <a:r>
              <a:rPr lang="en-DK" dirty="0"/>
              <a:t>? </a:t>
            </a:r>
          </a:p>
          <a:p>
            <a:pPr marL="252000" lvl="1" indent="0">
              <a:buNone/>
            </a:pPr>
            <a:r>
              <a:rPr lang="en-DK" dirty="0"/>
              <a:t>Battle of the sex chromosomes </a:t>
            </a:r>
            <a:r>
              <a:rPr lang="en-DK" dirty="0">
                <a:sym typeface="Wingdings" pitchFamily="2" charset="2"/>
              </a:rPr>
              <a:t></a:t>
            </a:r>
            <a:r>
              <a:rPr lang="en-DK" dirty="0"/>
              <a:t> X and Y selfishly enhance their transmission to the next generation</a:t>
            </a:r>
          </a:p>
          <a:p>
            <a:endParaRPr lang="en-DK" dirty="0"/>
          </a:p>
          <a:p>
            <a:endParaRPr lang="en-DK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3F2CED-72B2-EB43-087F-983935B1B2E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E4BA1C4E-B97D-504F-8247-C03A0A30AE5A}" type="datetime1">
              <a:rPr lang="en-GB" smtClean="0"/>
              <a:t>29/10/2025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4663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84195FFD-0C79-3EA7-C224-AAAB9E3B5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913" y="149115"/>
            <a:ext cx="11557000" cy="1309328"/>
          </a:xfrm>
        </p:spPr>
        <p:txBody>
          <a:bodyPr/>
          <a:lstStyle/>
          <a:p>
            <a:r>
              <a:rPr lang="en-US" dirty="0"/>
              <a:t>Todays paper</a:t>
            </a:r>
          </a:p>
        </p:txBody>
      </p:sp>
      <p:pic>
        <p:nvPicPr>
          <p:cNvPr id="7" name="Picture Placeholder 6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D1EA29FA-BBD4-4D7B-8EDE-C61490FC26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838" y="2357447"/>
            <a:ext cx="10220325" cy="3142748"/>
          </a:xfrm>
          <a:noFill/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04A1C1-6B98-65F4-292B-AD17A06A10D3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pPr>
              <a:spcAft>
                <a:spcPts val="600"/>
              </a:spcAft>
            </a:pPr>
            <a:fld id="{98300D05-FED1-3540-A076-2B5F82AD7BA1}" type="datetime1">
              <a:rPr lang="en-GB" smtClean="0"/>
              <a:pPr>
                <a:spcAft>
                  <a:spcPts val="600"/>
                </a:spcAft>
              </a:pPr>
              <a:t>29/10/2025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3307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D47DF-1C1F-0E7F-1AD3-A796D133E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C56E3-3034-32F1-91D8-B59C1867A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</a:t>
            </a:r>
            <a:r>
              <a:rPr lang="en-DK" dirty="0"/>
              <a:t>lan for today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6096E-4B36-0E68-B808-1DD0EAC1F4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85838" y="1371600"/>
            <a:ext cx="8636966" cy="4525964"/>
          </a:xfrm>
        </p:spPr>
        <p:txBody>
          <a:bodyPr/>
          <a:lstStyle/>
          <a:p>
            <a:r>
              <a:rPr lang="en-DK" b="1" dirty="0"/>
              <a:t>1. </a:t>
            </a:r>
            <a:r>
              <a:rPr lang="en-US" b="1" dirty="0"/>
              <a:t>Concepts important for today </a:t>
            </a:r>
          </a:p>
          <a:p>
            <a:endParaRPr lang="en-DK" dirty="0"/>
          </a:p>
          <a:p>
            <a:r>
              <a:rPr lang="en-DK" dirty="0"/>
              <a:t>2. Paper discussion in groups </a:t>
            </a:r>
          </a:p>
          <a:p>
            <a:pPr marL="252000" lvl="1" indent="0">
              <a:buNone/>
            </a:pPr>
            <a:r>
              <a:rPr lang="en-DK" dirty="0"/>
              <a:t>Write down your answers in </a:t>
            </a:r>
            <a:r>
              <a:rPr lang="en-DK" u="sng" dirty="0"/>
              <a:t>statements</a:t>
            </a:r>
            <a:r>
              <a:rPr lang="en-DK" dirty="0"/>
              <a:t> as well</a:t>
            </a:r>
          </a:p>
          <a:p>
            <a:endParaRPr lang="en-DK" dirty="0"/>
          </a:p>
          <a:p>
            <a:r>
              <a:rPr lang="en-DK" dirty="0"/>
              <a:t>3. “One Minute Paper” at the end in Menti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C1CB00-7072-065F-4652-56531304781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9529B5F-8D4E-004E-B315-5BE3B2EEF546}" type="datetime1">
              <a:rPr lang="en-GB" smtClean="0"/>
              <a:t>29/10/2025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99018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55112-AE24-3320-74CD-8E8ABD98A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Friday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6BB90-FA63-1C41-F440-E206D3526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CB8E9-4B6A-0044-ABB3-17B2A5119A8F}" type="datetime1">
              <a:rPr lang="en-GB" smtClean="0"/>
              <a:t>29/10/2025</a:t>
            </a:fld>
            <a:endParaRPr lang="en-GB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BCDCD88-4C72-8DA3-6D6E-5E7577600944}"/>
              </a:ext>
            </a:extLst>
          </p:cNvPr>
          <p:cNvSpPr txBox="1">
            <a:spLocks/>
          </p:cNvSpPr>
          <p:nvPr/>
        </p:nvSpPr>
        <p:spPr bwMode="auto">
          <a:xfrm>
            <a:off x="631825" y="3429000"/>
            <a:ext cx="11557000" cy="130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defRPr sz="4500" b="1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2"/>
                </a:solidFill>
                <a:latin typeface="AU Passata" pitchFamily="34" charset="0"/>
              </a:defRPr>
            </a:lvl2pPr>
            <a:lvl3pPr algn="l" rtl="0" eaLnBrk="1" fontAlgn="base" hangingPunct="1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2"/>
                </a:solidFill>
                <a:latin typeface="AU Passata" pitchFamily="34" charset="0"/>
              </a:defRPr>
            </a:lvl3pPr>
            <a:lvl4pPr algn="l" rtl="0" eaLnBrk="1" fontAlgn="base" hangingPunct="1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2"/>
                </a:solidFill>
                <a:latin typeface="AU Passata" pitchFamily="34" charset="0"/>
              </a:defRPr>
            </a:lvl4pPr>
            <a:lvl5pPr algn="l" rtl="0" eaLnBrk="1" fontAlgn="base" hangingPunct="1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2"/>
                </a:solidFill>
                <a:latin typeface="AU Passata" pitchFamily="34" charset="0"/>
              </a:defRPr>
            </a:lvl5pPr>
            <a:lvl6pPr marL="457200" algn="l" rtl="0" eaLnBrk="1" fontAlgn="base" hangingPunct="1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2"/>
                </a:solidFill>
                <a:latin typeface="AU Passata" pitchFamily="34" charset="0"/>
              </a:defRPr>
            </a:lvl6pPr>
            <a:lvl7pPr marL="914400" algn="l" rtl="0" eaLnBrk="1" fontAlgn="base" hangingPunct="1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2"/>
                </a:solidFill>
                <a:latin typeface="AU Passata" pitchFamily="34" charset="0"/>
              </a:defRPr>
            </a:lvl7pPr>
            <a:lvl8pPr marL="1371600" algn="l" rtl="0" eaLnBrk="1" fontAlgn="base" hangingPunct="1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2"/>
                </a:solidFill>
                <a:latin typeface="AU Passata" pitchFamily="34" charset="0"/>
              </a:defRPr>
            </a:lvl8pPr>
            <a:lvl9pPr marL="1828800" algn="l" rtl="0" eaLnBrk="1" fontAlgn="base" hangingPunct="1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2"/>
                </a:solidFill>
                <a:latin typeface="AU Passata" pitchFamily="34" charset="0"/>
              </a:defRPr>
            </a:lvl9pPr>
          </a:lstStyle>
          <a:p>
            <a:pPr>
              <a:buFontTx/>
            </a:pPr>
            <a:r>
              <a:rPr lang="en-US" kern="0" dirty="0">
                <a:solidFill>
                  <a:srgbClr val="0070C0"/>
                </a:solidFill>
              </a:rPr>
              <a:t>Exercises in python</a:t>
            </a:r>
            <a:r>
              <a:rPr lang="en-DK" kern="0" dirty="0">
                <a:solidFill>
                  <a:srgbClr val="0070C0"/>
                </a:solidFill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2142056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custData r:id="rId1"/>
      <p:custData r:id="rId2"/>
      <p:tags r:id="rId3"/>
    </p:custDataLst>
    <p:extLst>
      <p:ext uri="{BB962C8B-B14F-4D97-AF65-F5344CB8AC3E}">
        <p14:creationId xmlns:p14="http://schemas.microsoft.com/office/powerpoint/2010/main" val="21396981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63623543737474598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636235437375566864"/>
</p:tagLst>
</file>

<file path=ppt/theme/theme1.xml><?xml version="1.0" encoding="utf-8"?>
<a:theme xmlns:a="http://schemas.openxmlformats.org/drawingml/2006/main" name="AU 16:9">
  <a:themeElements>
    <a:clrScheme name="01 AU Blue">
      <a:dk1>
        <a:srgbClr val="000000"/>
      </a:dk1>
      <a:lt1>
        <a:srgbClr val="FFFFFF"/>
      </a:lt1>
      <a:dk2>
        <a:srgbClr val="002546"/>
      </a:dk2>
      <a:lt2>
        <a:srgbClr val="002546"/>
      </a:lt2>
      <a:accent1>
        <a:srgbClr val="0A1449"/>
      </a:accent1>
      <a:accent2>
        <a:srgbClr val="183D83"/>
      </a:accent2>
      <a:accent3>
        <a:srgbClr val="87D1F4"/>
      </a:accent3>
      <a:accent4>
        <a:srgbClr val="33525F"/>
      </a:accent4>
      <a:accent5>
        <a:srgbClr val="548195"/>
      </a:accent5>
      <a:accent6>
        <a:srgbClr val="C6C6C6"/>
      </a:accent6>
      <a:hlink>
        <a:srgbClr val="03428E"/>
      </a:hlink>
      <a:folHlink>
        <a:srgbClr val="03428E"/>
      </a:folHlink>
    </a:clrScheme>
    <a:fontScheme name="AU Passata">
      <a:majorFont>
        <a:latin typeface="AU Passata"/>
        <a:ea typeface=""/>
        <a:cs typeface=""/>
      </a:majorFont>
      <a:minorFont>
        <a:latin typeface="AU Passat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/>
        </a:solidFill>
        <a:ln w="1778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  <a:noAutofit/>
      </a:bodyPr>
      <a:lstStyle>
        <a:defPPr marL="0" marR="0" indent="0" algn="l" defTabSz="914400" rtl="0" eaLnBrk="1" fontAlgn="base" latinLnBrk="0" hangingPunct="1">
          <a:lnSpc>
            <a:spcPct val="95000"/>
          </a:lnSpc>
          <a:spcBef>
            <a:spcPct val="0"/>
          </a:spcBef>
          <a:spcAft>
            <a:spcPct val="0"/>
          </a:spcAft>
          <a:buClrTx/>
          <a:buSzTx/>
          <a:buFont typeface="AU Passata" pitchFamily="34" charset="0"/>
          <a:buNone/>
          <a:tabLst/>
          <a:defRPr kumimoji="0" sz="1600" b="0" i="0" u="none" strike="noStrike" cap="none" normalizeH="0" baseline="0" dirty="0" err="1">
            <a:ln>
              <a:noFill/>
            </a:ln>
            <a:solidFill>
              <a:schemeClr val="bg1"/>
            </a:solidFill>
            <a:effectLst/>
            <a:latin typeface="AU Passat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2"/>
        </a:solidFill>
        <a:ln w="1778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ts val="3600"/>
          </a:lnSpc>
          <a:spcBef>
            <a:spcPct val="0"/>
          </a:spcBef>
          <a:spcAft>
            <a:spcPct val="0"/>
          </a:spcAft>
          <a:buClrTx/>
          <a:buSzTx/>
          <a:buFont typeface="AU Passata" pitchFamily="34" charset="0"/>
          <a:buNone/>
          <a:tabLst/>
          <a:defRPr kumimoji="0" lang="en-US" sz="3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U Passata" pitchFamily="34" charset="0"/>
          </a:defRPr>
        </a:defPPr>
      </a:lst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95000"/>
          </a:lnSpc>
          <a:defRPr sz="1600" dirty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U PowerPoint Template 16-9.potx" id="{7A6F7BDC-B87C-43B1-A03F-8FC29EB8E4AA}" vid="{0342C178-0357-4DD1-B9D7-A15D067ACA9C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TemplafyTemplateConfiguration><![CDATA[{"elementsMetadata":[{"type":"shape","id":"e9ec1846-fc70-4b1f-91d1-af31a7ef0312","elementConfiguration":{"binding":"{{FormatDateTime(Form.Date, \"d. MMMM yyyy\")}}","visibility":"","type":"text","disableUpdates":false}},{"type":"shape","id":"6b5290eb-2f43-4d9e-9d6d-e0daf52783fe","elementConfiguration":{"binding":"{{Form.EventOccasion}}","visibility":"","type":"text","disableUpdates":false}},{"type":"shape","id":"77b6b9a6-262d-4793-baa6-9017e23b17f8","elementConfiguration":{"binding":"{{UserProfile.Title}}","visibility":"","type":"text","disableUpdates":false}},{"type":"shape","id":"ddceb61f-142b-4271-810f-7e88745c4f6a","elementConfiguration":{"binding":"{{UserProfile.Name}}","visibility":"","type":"text","disableUpdates":false}},{"type":"shape","id":"f3841f7a-f501-4eb1-a69e-e9c157c99b09","elementConfiguration":{"inheritDimensions":"{{InheritDimensions.InheritNone}}","width":"4.61 cm","height":"1.55 cm","image":"{{UserProfile.UnitId.ExtraLogoRef.ImageRightAlignedRef.ImageFile}}","visibility":"","type":"image","disableUpdates":false}},{"type":"shape","id":"5d3e756c-a45e-4103-adbe-cc33deb505f2","elementConfiguration":{"binding":"{{UserProfile.UnitId.Logo2}}","visibility":"","type":"text","disableUpdates":false}},{"type":"shape","id":"8014843d-a4f2-4a18-9d55-4244c2438944","elementConfiguration":{"binding":"{{UserProfile.UnitId.Logo1PowerPoint}}","visibility":"","type":"text","disableUpdates":false}},{"type":"shape","id":"55f0c831-472c-4ea8-a2d3-a82f5c3f56e5","elementConfiguration":{"binding":"{{FormatDateTime(Form.Date, \"d. MMMM yyyy\")}}","visibility":"","type":"text","disableUpdates":false}},{"type":"shape","id":"01b11b71-f2cf-4e2c-b0aa-4b7989ae3a72","elementConfiguration":{"binding":"{{Form.EventOccasion}}","visibility":"","type":"text","disableUpdates":false}},{"type":"shape","id":"737fd2d9-3b18-4e59-b346-afd0d77dcaf4","elementConfiguration":{"inheritDimensions":"{{InheritDimensions.InheritNone}}","width":"4.61 cm","height":"1.55 cm","image":"{{UserProfile.UnitId.ExtraLogoRef.ImageRightAlignedNegRef.ImageFile}}","visibility":"","type":"image","disableUpdates":false}},{"type":"shape","id":"5c16850b-acca-41ad-90ce-6258473781ed","elementConfiguration":{"binding":"{{UserProfile.UnitId.Logo2}}","visibility":"","type":"text","disableUpdates":false}},{"type":"shape","id":"61e5ac26-aaa0-41b8-b9ef-24517992f922","elementConfiguration":{"binding":"{{UserProfile.UnitId.Logo1PowerPoint}}","visibility":"","type":"text","disableUpdates":false}},{"type":"shape","id":"2c684135-db69-4f0e-9fe7-3a596ecae385","elementConfiguration":{"binding":"{{FormatDateTime(Form.Date, \"d. MMMM yyyy\")}}","visibility":"","type":"text","disableUpdates":false}},{"type":"shape","id":"3ee97908-9ccf-48e4-98de-f350b9070093","elementConfiguration":{"binding":"{{Form.EventOccasion}}","visibility":"","type":"text","disableUpdates":false}},{"type":"shape","id":"c8f57c57-7036-47ae-b450-ec78adde0417","elementConfiguration":{"binding":"{{UserProfile.Name}}","visibility":"","type":"text","disableUpdates":false}},{"type":"shape","id":"93c8e9c1-78e3-49d0-86be-449bf740dd4a","elementConfiguration":{"inheritDimensions":"{{InheritDimensions.InheritNone}}","width":"4.61 cm","height":"1.55 cm","image":"{{UserProfile.UnitId.ExtraLogoRef.ImageRightAlignedNegRef.ImageFile}}","visibility":"","type":"image","disableUpdates":false}},{"type":"shape","id":"11d7d205-bebf-4777-9e15-31e97c841017","elementConfiguration":{"binding":"{{UserProfile.UnitId.Logo2}}","visibility":"","type":"text","disableUpdates":false}},{"type":"shape","id":"76d04571-8026-4f99-88bb-c69190fbd3a4","elementConfiguration":{"binding":"{{UserProfile.UnitId.Logo1PowerPoint}}","visibility":"","type":"text","disableUpdates":false}},{"type":"shape","id":"49f7d88b-62d3-4675-aa80-11fd0206803f","elementConfiguration":{"binding":"{{UserProfile.UnitId.Logo1PowerPoint}}","visibility":"","type":"text","disableUpdates":false}},{"type":"shape","id":"c6994d15-c970-4e13-bd74-b7c999269f69","elementConfiguration":{"binding":"{{FormatDateTime(Form.Date, \"d. MMMM yyyy\")}}","visibility":"","type":"text","disableUpdates":false}},{"type":"shape","id":"2f5f9d71-c345-4166-8c91-f92dfa0eb233","elementConfiguration":{"binding":"{{Form.EventOccasion}}","visibility":"","type":"text","disableUpdates":false}},{"type":"shape","id":"ed32747e-8f98-4606-8227-0f558c8d3c9e","elementConfiguration":{"binding":"{{UserProfile.Title}}","visibility":"","type":"text","disableUpdates":false}},{"type":"shape","id":"ecef74ea-3866-489e-8d84-38ea867fca93","elementConfiguration":{"binding":"{{UserProfile.Name}}","visibility":"","type":"text","disableUpdates":false}},{"type":"shape","id":"871e7502-b533-4f94-b823-79f7ab2f22ac","elementConfiguration":{"inheritDimensions":"{{InheritDimensions.InheritNone}}","width":"4.61 cm","height":"1.55 cm","image":"{{UserProfile.UnitId.ExtraLogoRef.ImageRightAlignedNegRef.ImageFile}}","visibility":"","type":"image","disableUpdates":false}},{"type":"shape","id":"18757dc8-73f1-47b8-946c-b7cbc5220d75","elementConfiguration":{"binding":"{{UserProfile.UnitId.Logo2}}","visibility":"","type":"text","disableUpdates":false}},{"type":"shape","id":"7abe370c-f80b-4a32-ac09-fd30583077e1","elementConfiguration":{"binding":"{{UserProfile.UnitId.Logo1PowerPoint}}","visibility":"","type":"text","disableUpdates":false}}],"transformationConfigurations":[{"language":"{{DocumentLanguage}}","disableUpdates":false,"type":"proofingLanguage"},{"colorTheme":"{{Form.ChooseColorTheme.ColorThemeRef.ColorTheme}}","disableUpdates":false,"originalColorThemeXml":"<a:clrScheme name=\"01 AU Blue\" xmlns:a=\"http://schemas.openxmlformats.org/drawingml/2006/main\"><a:dk1><a:srgbClr val=\"000000\" /></a:dk1><a:lt1><a:srgbClr val=\"FFFFFF\" /></a:lt1><a:dk2><a:srgbClr val=\"002546\" /></a:dk2><a:lt2><a:srgbClr val=\"002546\" /></a:lt2><a:accent1><a:srgbClr val=\"0A1449\" /></a:accent1><a:accent2><a:srgbClr val=\"183D83\" /></a:accent2><a:accent3><a:srgbClr val=\"87D1F4\" /></a:accent3><a:accent4><a:srgbClr val=\"33525F\" /></a:accent4><a:accent5><a:srgbClr val=\"548195\" /></a:accent5><a:accent6><a:srgbClr val=\"C6C6C6\" /></a:accent6><a:hlink><a:srgbClr val=\"03428E\" /></a:hlink><a:folHlink><a:srgbClr val=\"03428E\" /></a:folHlink></a:clrScheme>","type":"colorTheme"}],"templateName":"PowerPoint skabelon","templateDescription":"PowerPoint template 16:9 (convertible to 16:10 or 4:3)","enableDocumentContentUpdater":true,"version":"2.0"}]]></TemplafyTemplateConfiguration>
</file>

<file path=customXml/item2.xml><?xml version="1.0" encoding="utf-8"?>
<TemplafyFormConfiguration><![CDATA[{"formFields":[{"required":true,"helpTexts":{},"spacing":{},"shareValue":false,"type":"datePicker","name":"Date","label":"Date"},{"required":false,"placeholder":"","lines":1,"helpTexts":{},"spacing":{},"shareValue":false,"type":"textBox","name":"EventOccasion","label":"Event / Occasion"},{"distinct":false,"hideIfNoUserInteractionRequired":false,"required":false,"defaultValue":"Blå","autoSelectFirstOption":false,"helpTexts":{},"spacing":{},"shareValue":false,"type":"dropDown","dataSourceName":"ColorThemePowerPoint","dataSourceFieldName":"Name","name":"ChooseColorTheme","label":"Choose Color theme"}],"formDataEntries":[{"name":"Date","value":"sMH579O4nOhZrxGehLcZHA=="},{"name":"EventOccasion","value":"nc4mscDwL8d0XvXCs6AkBROfBtnANHYiuRkxvF4ouiY="},{"name":"ChooseColorTheme","value":"XmRlVpWiose5Rf1eG6aJznCjkbXXnh6o3o1+21OmFqQ="}]}]]></TemplafyFormConfiguration>
</file>

<file path=customXml/item3.xml><?xml version="1.0" encoding="utf-8"?>
<TemplafySlideTemplateConfiguration><![CDATA[{"slideVersion":1,"isValidatorEnabled":false,"isLocked":false,"elementsMetadata":[{"type":"shape","elementConfiguration":{"binding":"{{FormatDateTime(Form.Date, \"d. MMMM yyyy\")}}","visibility":"","type":"text","disableUpdates":false}},{"type":"shape","elementConfiguration":{"binding":"{{Form.EventOccasion}}","visibility":"","type":"text","disableUpdates":false}},{"type":"shape","elementConfiguration":{"binding":"{{UserProfile.Title}}","visibility":"","type":"text","disableUpdates":false}},{"type":"shape","elementConfiguration":{"binding":"{{UserProfile.Name}}","visibility":"","type":"text","disableUpdates":false}},{"type":"shape","elementConfiguration":{"inheritDimensions":"{{InheritDimensions.InheritNone}}","width":"4.61 cm","height":"1.55 cm","image":"{{UserProfile.UnitId.ExtraLogoRef.ImageRightAlignedNegRef.ImageFile}}","visibility":"","type":"image","disableUpdates":false}},{"type":"shape","elementConfiguration":{"binding":"{{UserProfile.UnitId.Logo2}}","visibility":"","type":"text","disableUpdates":false}},{"type":"shape","elementConfiguration":{"binding":"{{UserProfile.UnitId.Logo1PowerPoint}}","visibility":"","type":"text","disableUpdates":false}}],"slideId":"638344221284623770","enableDocumentContentUpdater":false,"version":"2.0"}]]></TemplafySlideTemplateConfiguration>
</file>

<file path=customXml/item4.xml><?xml version="1.0" encoding="utf-8"?>
<TemplafySlideFormConfiguration><![CDATA[{"formFields":[{"required":true,"helpTexts":{},"spacing":{},"shareValue":false,"type":"datePicker","name":"Date","label":"Date"},{"required":false,"placeholder":"","lines":1,"helpTexts":{},"spacing":{},"shareValue":false,"type":"textBox","name":"EventOccasion","label":"Event / Occasion"}],"formDataEntries":[]}]]></TemplafySlideFormConfiguration>
</file>

<file path=customXml/item5.xml><?xml version="1.0" encoding="utf-8"?>
<TemplafySlideTemplateConfiguration><![CDATA[{"slideVersion":1,"isValidatorEnabled":false,"isLocked":false,"elementsMetadata":[{"type":"shape","elementConfiguration":{"binding":"{{UserProfile.UnitId.Logo1PowerPoint}}","visibility":"","type":"text","disableUpdates":false}}],"slideId":"638344221285170220","enableDocumentContentUpdater":false,"version":"2.0"}]]></TemplafySlideTemplateConfiguration>
</file>

<file path=customXml/item6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AFC86994-F0FF-421B-841D-005E37E2CB9C}">
  <ds:schemaRefs/>
</ds:datastoreItem>
</file>

<file path=customXml/itemProps2.xml><?xml version="1.0" encoding="utf-8"?>
<ds:datastoreItem xmlns:ds="http://schemas.openxmlformats.org/officeDocument/2006/customXml" ds:itemID="{7DA86E9B-4135-4144-9EBF-FD9F3AFEC348}">
  <ds:schemaRefs/>
</ds:datastoreItem>
</file>

<file path=customXml/itemProps3.xml><?xml version="1.0" encoding="utf-8"?>
<ds:datastoreItem xmlns:ds="http://schemas.openxmlformats.org/officeDocument/2006/customXml" ds:itemID="{B2CA2D4C-0385-4D99-AB8D-7792A88C817E}">
  <ds:schemaRefs/>
</ds:datastoreItem>
</file>

<file path=customXml/itemProps4.xml><?xml version="1.0" encoding="utf-8"?>
<ds:datastoreItem xmlns:ds="http://schemas.openxmlformats.org/officeDocument/2006/customXml" ds:itemID="{7E04581C-D7FD-4482-805D-038A22FDA87B}">
  <ds:schemaRefs/>
</ds:datastoreItem>
</file>

<file path=customXml/itemProps5.xml><?xml version="1.0" encoding="utf-8"?>
<ds:datastoreItem xmlns:ds="http://schemas.openxmlformats.org/officeDocument/2006/customXml" ds:itemID="{F6929CAD-9C4B-4C57-B5A5-181E7E3C58CB}">
  <ds:schemaRefs/>
</ds:datastoreItem>
</file>

<file path=customXml/itemProps6.xml><?xml version="1.0" encoding="utf-8"?>
<ds:datastoreItem xmlns:ds="http://schemas.openxmlformats.org/officeDocument/2006/customXml" ds:itemID="{E6076CFF-B2D0-45B5-8D6B-A70E14E9B3D8}">
  <ds:schemaRefs/>
</ds:datastoreItem>
</file>

<file path=docMetadata/LabelInfo.xml><?xml version="1.0" encoding="utf-8"?>
<clbl:labelList xmlns:clbl="http://schemas.microsoft.com/office/2020/mipLabelMetadata">
  <clbl:label id="{61fd1d36-fecb-47ca-b7d7-d0df0370a198}" enabled="0" method="" siteId="{61fd1d36-fecb-47ca-b7d7-d0df0370a1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363</Words>
  <Application>Microsoft Macintosh PowerPoint</Application>
  <PresentationFormat>Custom</PresentationFormat>
  <Paragraphs>67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Georgia</vt:lpstr>
      <vt:lpstr>Calibri</vt:lpstr>
      <vt:lpstr>AU Peto</vt:lpstr>
      <vt:lpstr>Wingdings</vt:lpstr>
      <vt:lpstr>AU Passata</vt:lpstr>
      <vt:lpstr>AU Passata Light</vt:lpstr>
      <vt:lpstr>AU 16:9</vt:lpstr>
      <vt:lpstr>Comparative genomics &amp; the X chromosome week 44 paper discussion</vt:lpstr>
      <vt:lpstr>Primate of the Week</vt:lpstr>
      <vt:lpstr>Plan for today</vt:lpstr>
      <vt:lpstr>Mammalian X chromosome decreased diversity</vt:lpstr>
      <vt:lpstr>Ampliconic genes</vt:lpstr>
      <vt:lpstr>Todays paper</vt:lpstr>
      <vt:lpstr>Plan for today</vt:lpstr>
      <vt:lpstr>Friday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2025-08-29T12:40:57Z</dcterms:created>
  <dcterms:modified xsi:type="dcterms:W3CDTF">2025-10-29T11:13:12Z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 by:">
    <vt:lpwstr>omnidocs.com</vt:lpwstr>
  </property>
  <property fmtid="{D5CDD505-2E9C-101B-9397-08002B2CF9AE}" pid="3" name="colorthemechange">
    <vt:lpwstr>true</vt:lpwstr>
  </property>
  <property fmtid="{D5CDD505-2E9C-101B-9397-08002B2CF9AE}" pid="4" name="TemplafyTimeStamp">
    <vt:lpwstr>2023-11-01T07:55:28</vt:lpwstr>
  </property>
  <property fmtid="{D5CDD505-2E9C-101B-9397-08002B2CF9AE}" pid="5" name="TemplafyTenantId">
    <vt:lpwstr>auoffice</vt:lpwstr>
  </property>
  <property fmtid="{D5CDD505-2E9C-101B-9397-08002B2CF9AE}" pid="6" name="TemplafyTemplateId">
    <vt:lpwstr>766163489789838292</vt:lpwstr>
  </property>
  <property fmtid="{D5CDD505-2E9C-101B-9397-08002B2CF9AE}" pid="7" name="TemplafyUserProfileId">
    <vt:lpwstr>1214427275229135070</vt:lpwstr>
  </property>
  <property fmtid="{D5CDD505-2E9C-101B-9397-08002B2CF9AE}" pid="8" name="TemplafyLanguageCode">
    <vt:lpwstr>en-GB</vt:lpwstr>
  </property>
  <property fmtid="{D5CDD505-2E9C-101B-9397-08002B2CF9AE}" pid="9" name="TemplafyFromBlank">
    <vt:bool>false</vt:bool>
  </property>
</Properties>
</file>