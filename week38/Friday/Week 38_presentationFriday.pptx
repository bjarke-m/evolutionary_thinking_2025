
<file path=[Content_Types].xml><?xml version="1.0" encoding="utf-8"?>
<Types xmlns="http://schemas.openxmlformats.org/package/2006/content-types">
  <Default Extension="bin" ContentType="image/png"/>
  <Default Extension="emf" ContentType="image/x-emf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48" r:id="rId7"/>
  </p:sldMasterIdLst>
  <p:notesMasterIdLst>
    <p:notesMasterId r:id="rId17"/>
  </p:notesMasterIdLst>
  <p:handoutMasterIdLst>
    <p:handoutMasterId r:id="rId18"/>
  </p:handoutMasterIdLst>
  <p:sldIdLst>
    <p:sldId id="261" r:id="rId8"/>
    <p:sldId id="270" r:id="rId9"/>
    <p:sldId id="273" r:id="rId10"/>
    <p:sldId id="274" r:id="rId11"/>
    <p:sldId id="278" r:id="rId12"/>
    <p:sldId id="275" r:id="rId13"/>
    <p:sldId id="277" r:id="rId14"/>
    <p:sldId id="269" r:id="rId15"/>
    <p:sldId id="260" r:id="rId16"/>
  </p:sldIdLst>
  <p:sldSz cx="12188825" cy="6858000"/>
  <p:notesSz cx="6797675" cy="9926638"/>
  <p:embeddedFontLst>
    <p:embeddedFont>
      <p:font typeface="AU Passata" panose="020B0503030502030804" pitchFamily="34" charset="77"/>
      <p:regular r:id="rId19"/>
      <p:bold r:id="rId20"/>
    </p:embeddedFont>
    <p:embeddedFont>
      <p:font typeface="AU Passata Light" panose="020B0303030902030804" pitchFamily="34" charset="77"/>
      <p:regular r:id="rId21"/>
      <p:bold r:id="rId22"/>
    </p:embeddedFont>
    <p:embeddedFont>
      <p:font typeface="AU Peto" pitchFamily="82" charset="77"/>
      <p:regular r:id="rId23"/>
      <p:bold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F7F"/>
    <a:srgbClr val="0025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BE8804-64D7-4844-9589-9FD0E9494B76}" v="3" dt="2025-09-18T14:17:20.3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3469" autoAdjust="0"/>
  </p:normalViewPr>
  <p:slideViewPr>
    <p:cSldViewPr snapToObjects="1" showGuides="1">
      <p:cViewPr varScale="1">
        <p:scale>
          <a:sx n="119" d="100"/>
          <a:sy n="119" d="100"/>
        </p:scale>
        <p:origin x="768" y="19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microsoft.com/office/2015/10/relationships/revisionInfo" Target="revisionInfo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3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Relationship Id="rId8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Femke Diepeveen" userId="2e688c13-4a66-4843-b4fb-ce9b4d6a572c" providerId="ADAL" clId="{531F5506-8B3C-59E3-9CFA-8C9DA621ABD1}"/>
    <pc:docChg chg="undo custSel addSld delSld modSld sldOrd">
      <pc:chgData name="Emma Femke Diepeveen" userId="2e688c13-4a66-4843-b4fb-ce9b4d6a572c" providerId="ADAL" clId="{531F5506-8B3C-59E3-9CFA-8C9DA621ABD1}" dt="2025-09-19T07:21:22.908" v="5329" actId="20577"/>
      <pc:docMkLst>
        <pc:docMk/>
      </pc:docMkLst>
      <pc:sldChg chg="modSp mod">
        <pc:chgData name="Emma Femke Diepeveen" userId="2e688c13-4a66-4843-b4fb-ce9b4d6a572c" providerId="ADAL" clId="{531F5506-8B3C-59E3-9CFA-8C9DA621ABD1}" dt="2025-09-18T07:45:01.601" v="5109" actId="20577"/>
        <pc:sldMkLst>
          <pc:docMk/>
          <pc:sldMk cId="948320703" sldId="261"/>
        </pc:sldMkLst>
        <pc:spChg chg="mod">
          <ac:chgData name="Emma Femke Diepeveen" userId="2e688c13-4a66-4843-b4fb-ce9b4d6a572c" providerId="ADAL" clId="{531F5506-8B3C-59E3-9CFA-8C9DA621ABD1}" dt="2025-09-18T07:45:01.601" v="5109" actId="20577"/>
          <ac:spMkLst>
            <pc:docMk/>
            <pc:sldMk cId="948320703" sldId="261"/>
            <ac:spMk id="2" creationId="{00000000-0000-0000-0000-000000000000}"/>
          </ac:spMkLst>
        </pc:spChg>
      </pc:sldChg>
      <pc:sldChg chg="del">
        <pc:chgData name="Emma Femke Diepeveen" userId="2e688c13-4a66-4843-b4fb-ce9b4d6a572c" providerId="ADAL" clId="{531F5506-8B3C-59E3-9CFA-8C9DA621ABD1}" dt="2025-09-16T11:52:01.812" v="664" actId="2696"/>
        <pc:sldMkLst>
          <pc:docMk/>
          <pc:sldMk cId="2813365767" sldId="262"/>
        </pc:sldMkLst>
      </pc:sldChg>
      <pc:sldChg chg="modSp del mod ord">
        <pc:chgData name="Emma Femke Diepeveen" userId="2e688c13-4a66-4843-b4fb-ce9b4d6a572c" providerId="ADAL" clId="{531F5506-8B3C-59E3-9CFA-8C9DA621ABD1}" dt="2025-09-17T10:46:14.599" v="1557" actId="2696"/>
        <pc:sldMkLst>
          <pc:docMk/>
          <pc:sldMk cId="1186159921" sldId="264"/>
        </pc:sldMkLst>
      </pc:sldChg>
      <pc:sldChg chg="del">
        <pc:chgData name="Emma Femke Diepeveen" userId="2e688c13-4a66-4843-b4fb-ce9b4d6a572c" providerId="ADAL" clId="{531F5506-8B3C-59E3-9CFA-8C9DA621ABD1}" dt="2025-09-16T11:52:02.472" v="665" actId="2696"/>
        <pc:sldMkLst>
          <pc:docMk/>
          <pc:sldMk cId="3428054869" sldId="265"/>
        </pc:sldMkLst>
      </pc:sldChg>
      <pc:sldChg chg="del">
        <pc:chgData name="Emma Femke Diepeveen" userId="2e688c13-4a66-4843-b4fb-ce9b4d6a572c" providerId="ADAL" clId="{531F5506-8B3C-59E3-9CFA-8C9DA621ABD1}" dt="2025-09-16T11:52:04.443" v="668" actId="2696"/>
        <pc:sldMkLst>
          <pc:docMk/>
          <pc:sldMk cId="2653303594" sldId="266"/>
        </pc:sldMkLst>
      </pc:sldChg>
      <pc:sldChg chg="del">
        <pc:chgData name="Emma Femke Diepeveen" userId="2e688c13-4a66-4843-b4fb-ce9b4d6a572c" providerId="ADAL" clId="{531F5506-8B3C-59E3-9CFA-8C9DA621ABD1}" dt="2025-09-16T11:52:03.574" v="667" actId="2696"/>
        <pc:sldMkLst>
          <pc:docMk/>
          <pc:sldMk cId="231157884" sldId="267"/>
        </pc:sldMkLst>
      </pc:sldChg>
      <pc:sldChg chg="addSp delSp modSp del mod">
        <pc:chgData name="Emma Femke Diepeveen" userId="2e688c13-4a66-4843-b4fb-ce9b4d6a572c" providerId="ADAL" clId="{531F5506-8B3C-59E3-9CFA-8C9DA621ABD1}" dt="2025-09-17T10:46:14.525" v="1547" actId="2696"/>
        <pc:sldMkLst>
          <pc:docMk/>
          <pc:sldMk cId="1438988566" sldId="268"/>
        </pc:sldMkLst>
      </pc:sldChg>
      <pc:sldChg chg="delSp modSp mod">
        <pc:chgData name="Emma Femke Diepeveen" userId="2e688c13-4a66-4843-b4fb-ce9b4d6a572c" providerId="ADAL" clId="{531F5506-8B3C-59E3-9CFA-8C9DA621ABD1}" dt="2025-09-18T06:56:37.737" v="2097" actId="20577"/>
        <pc:sldMkLst>
          <pc:docMk/>
          <pc:sldMk cId="2142056729" sldId="269"/>
        </pc:sldMkLst>
        <pc:spChg chg="mod">
          <ac:chgData name="Emma Femke Diepeveen" userId="2e688c13-4a66-4843-b4fb-ce9b4d6a572c" providerId="ADAL" clId="{531F5506-8B3C-59E3-9CFA-8C9DA621ABD1}" dt="2025-09-18T06:56:37.737" v="2097" actId="20577"/>
          <ac:spMkLst>
            <pc:docMk/>
            <pc:sldMk cId="2142056729" sldId="269"/>
            <ac:spMk id="2" creationId="{DF155112-AE24-3320-74CD-8E8ABD98AEF0}"/>
          </ac:spMkLst>
        </pc:spChg>
        <pc:spChg chg="del mod">
          <ac:chgData name="Emma Femke Diepeveen" userId="2e688c13-4a66-4843-b4fb-ce9b4d6a572c" providerId="ADAL" clId="{531F5506-8B3C-59E3-9CFA-8C9DA621ABD1}" dt="2025-09-18T06:56:35.297" v="2095" actId="478"/>
          <ac:spMkLst>
            <pc:docMk/>
            <pc:sldMk cId="2142056729" sldId="269"/>
            <ac:spMk id="3" creationId="{00CA32FD-B222-AF25-458C-B6CD73FA2A83}"/>
          </ac:spMkLst>
        </pc:spChg>
      </pc:sldChg>
      <pc:sldChg chg="addSp delSp modSp mod modClrScheme chgLayout">
        <pc:chgData name="Emma Femke Diepeveen" userId="2e688c13-4a66-4843-b4fb-ce9b4d6a572c" providerId="ADAL" clId="{531F5506-8B3C-59E3-9CFA-8C9DA621ABD1}" dt="2025-09-16T09:04:22.590" v="489" actId="20577"/>
        <pc:sldMkLst>
          <pc:docMk/>
          <pc:sldMk cId="2232226376" sldId="270"/>
        </pc:sldMkLst>
        <pc:spChg chg="mod">
          <ac:chgData name="Emma Femke Diepeveen" userId="2e688c13-4a66-4843-b4fb-ce9b4d6a572c" providerId="ADAL" clId="{531F5506-8B3C-59E3-9CFA-8C9DA621ABD1}" dt="2025-09-16T08:53:16.291" v="462" actId="26606"/>
          <ac:spMkLst>
            <pc:docMk/>
            <pc:sldMk cId="2232226376" sldId="270"/>
            <ac:spMk id="2" creationId="{12A21589-FB20-171F-A329-378DAFCCDDA7}"/>
          </ac:spMkLst>
        </pc:spChg>
        <pc:spChg chg="mod">
          <ac:chgData name="Emma Femke Diepeveen" userId="2e688c13-4a66-4843-b4fb-ce9b4d6a572c" providerId="ADAL" clId="{531F5506-8B3C-59E3-9CFA-8C9DA621ABD1}" dt="2025-09-16T09:04:22.590" v="489" actId="20577"/>
          <ac:spMkLst>
            <pc:docMk/>
            <pc:sldMk cId="2232226376" sldId="270"/>
            <ac:spMk id="3" creationId="{75765AC9-C3D8-3E0F-17B8-8E3659A7C5AD}"/>
          </ac:spMkLst>
        </pc:spChg>
        <pc:spChg chg="mod ord">
          <ac:chgData name="Emma Femke Diepeveen" userId="2e688c13-4a66-4843-b4fb-ce9b4d6a572c" providerId="ADAL" clId="{531F5506-8B3C-59E3-9CFA-8C9DA621ABD1}" dt="2025-09-16T08:53:16.291" v="462" actId="26606"/>
          <ac:spMkLst>
            <pc:docMk/>
            <pc:sldMk cId="2232226376" sldId="270"/>
            <ac:spMk id="4" creationId="{1E030E74-81AB-3E6F-CEBE-78DD66D1B2CF}"/>
          </ac:spMkLst>
        </pc:spChg>
        <pc:picChg chg="add mod">
          <ac:chgData name="Emma Femke Diepeveen" userId="2e688c13-4a66-4843-b4fb-ce9b4d6a572c" providerId="ADAL" clId="{531F5506-8B3C-59E3-9CFA-8C9DA621ABD1}" dt="2025-09-16T08:53:21.065" v="463" actId="27614"/>
          <ac:picMkLst>
            <pc:docMk/>
            <pc:sldMk cId="2232226376" sldId="270"/>
            <ac:picMk id="5" creationId="{EAD1AD05-9E56-F09B-7DCF-B09D64F222D7}"/>
          </ac:picMkLst>
        </pc:picChg>
      </pc:sldChg>
      <pc:sldChg chg="del">
        <pc:chgData name="Emma Femke Diepeveen" userId="2e688c13-4a66-4843-b4fb-ce9b4d6a572c" providerId="ADAL" clId="{531F5506-8B3C-59E3-9CFA-8C9DA621ABD1}" dt="2025-09-16T11:52:03.006" v="666" actId="2696"/>
        <pc:sldMkLst>
          <pc:docMk/>
          <pc:sldMk cId="3595802929" sldId="271"/>
        </pc:sldMkLst>
      </pc:sldChg>
      <pc:sldChg chg="modSp new del mod">
        <pc:chgData name="Emma Femke Diepeveen" userId="2e688c13-4a66-4843-b4fb-ce9b4d6a572c" providerId="ADAL" clId="{531F5506-8B3C-59E3-9CFA-8C9DA621ABD1}" dt="2025-09-16T11:51:54.349" v="663" actId="2696"/>
        <pc:sldMkLst>
          <pc:docMk/>
          <pc:sldMk cId="2729759129" sldId="272"/>
        </pc:sldMkLst>
      </pc:sldChg>
      <pc:sldChg chg="delSp modSp new mod">
        <pc:chgData name="Emma Femke Diepeveen" userId="2e688c13-4a66-4843-b4fb-ce9b4d6a572c" providerId="ADAL" clId="{531F5506-8B3C-59E3-9CFA-8C9DA621ABD1}" dt="2025-09-19T07:21:22.908" v="5329" actId="20577"/>
        <pc:sldMkLst>
          <pc:docMk/>
          <pc:sldMk cId="1706445636" sldId="273"/>
        </pc:sldMkLst>
        <pc:spChg chg="mod">
          <ac:chgData name="Emma Femke Diepeveen" userId="2e688c13-4a66-4843-b4fb-ce9b4d6a572c" providerId="ADAL" clId="{531F5506-8B3C-59E3-9CFA-8C9DA621ABD1}" dt="2025-09-16T11:49:55.387" v="524" actId="20577"/>
          <ac:spMkLst>
            <pc:docMk/>
            <pc:sldMk cId="1706445636" sldId="273"/>
            <ac:spMk id="2" creationId="{706805E9-B4E9-F566-D4FD-3E1EE8BF8970}"/>
          </ac:spMkLst>
        </pc:spChg>
        <pc:spChg chg="mod">
          <ac:chgData name="Emma Femke Diepeveen" userId="2e688c13-4a66-4843-b4fb-ce9b4d6a572c" providerId="ADAL" clId="{531F5506-8B3C-59E3-9CFA-8C9DA621ABD1}" dt="2025-09-19T07:21:22.908" v="5329" actId="20577"/>
          <ac:spMkLst>
            <pc:docMk/>
            <pc:sldMk cId="1706445636" sldId="273"/>
            <ac:spMk id="3" creationId="{4DD8ADB8-02BB-98C8-36F9-F80664945E09}"/>
          </ac:spMkLst>
        </pc:spChg>
      </pc:sldChg>
      <pc:sldChg chg="modSp new mod ord">
        <pc:chgData name="Emma Femke Diepeveen" userId="2e688c13-4a66-4843-b4fb-ce9b4d6a572c" providerId="ADAL" clId="{531F5506-8B3C-59E3-9CFA-8C9DA621ABD1}" dt="2025-09-18T14:20:02.653" v="5171" actId="20577"/>
        <pc:sldMkLst>
          <pc:docMk/>
          <pc:sldMk cId="2007280904" sldId="274"/>
        </pc:sldMkLst>
        <pc:spChg chg="mod">
          <ac:chgData name="Emma Femke Diepeveen" userId="2e688c13-4a66-4843-b4fb-ce9b4d6a572c" providerId="ADAL" clId="{531F5506-8B3C-59E3-9CFA-8C9DA621ABD1}" dt="2025-09-18T14:18:48.065" v="5150" actId="14100"/>
          <ac:spMkLst>
            <pc:docMk/>
            <pc:sldMk cId="2007280904" sldId="274"/>
            <ac:spMk id="2" creationId="{2A5AF260-B089-9BF6-33C1-6CAF5492797A}"/>
          </ac:spMkLst>
        </pc:spChg>
        <pc:spChg chg="mod">
          <ac:chgData name="Emma Femke Diepeveen" userId="2e688c13-4a66-4843-b4fb-ce9b4d6a572c" providerId="ADAL" clId="{531F5506-8B3C-59E3-9CFA-8C9DA621ABD1}" dt="2025-09-18T14:19:39.951" v="5167" actId="207"/>
          <ac:spMkLst>
            <pc:docMk/>
            <pc:sldMk cId="2007280904" sldId="274"/>
            <ac:spMk id="3" creationId="{2A76B8DA-41BD-3C37-42A1-5E312E76D073}"/>
          </ac:spMkLst>
        </pc:spChg>
        <pc:spChg chg="mod">
          <ac:chgData name="Emma Femke Diepeveen" userId="2e688c13-4a66-4843-b4fb-ce9b4d6a572c" providerId="ADAL" clId="{531F5506-8B3C-59E3-9CFA-8C9DA621ABD1}" dt="2025-09-18T14:20:02.653" v="5171" actId="20577"/>
          <ac:spMkLst>
            <pc:docMk/>
            <pc:sldMk cId="2007280904" sldId="274"/>
            <ac:spMk id="4" creationId="{B17CA2A6-D55D-A351-6DD5-53E235189DFB}"/>
          </ac:spMkLst>
        </pc:spChg>
      </pc:sldChg>
      <pc:sldChg chg="addSp delSp modSp new del mod modAnim">
        <pc:chgData name="Emma Femke Diepeveen" userId="2e688c13-4a66-4843-b4fb-ce9b4d6a572c" providerId="ADAL" clId="{531F5506-8B3C-59E3-9CFA-8C9DA621ABD1}" dt="2025-09-17T10:46:14.560" v="1553" actId="2696"/>
        <pc:sldMkLst>
          <pc:docMk/>
          <pc:sldMk cId="2423129910" sldId="274"/>
        </pc:sldMkLst>
      </pc:sldChg>
      <pc:sldChg chg="addSp delSp modSp new del mod ord modAnim">
        <pc:chgData name="Emma Femke Diepeveen" userId="2e688c13-4a66-4843-b4fb-ce9b4d6a572c" providerId="ADAL" clId="{531F5506-8B3C-59E3-9CFA-8C9DA621ABD1}" dt="2025-09-17T10:46:14.543" v="1551" actId="2696"/>
        <pc:sldMkLst>
          <pc:docMk/>
          <pc:sldMk cId="997036133" sldId="275"/>
        </pc:sldMkLst>
      </pc:sldChg>
      <pc:sldChg chg="modSp new mod">
        <pc:chgData name="Emma Femke Diepeveen" userId="2e688c13-4a66-4843-b4fb-ce9b4d6a572c" providerId="ADAL" clId="{531F5506-8B3C-59E3-9CFA-8C9DA621ABD1}" dt="2025-09-19T07:19:36.355" v="5207" actId="20577"/>
        <pc:sldMkLst>
          <pc:docMk/>
          <pc:sldMk cId="3569379522" sldId="275"/>
        </pc:sldMkLst>
        <pc:spChg chg="mod">
          <ac:chgData name="Emma Femke Diepeveen" userId="2e688c13-4a66-4843-b4fb-ce9b4d6a572c" providerId="ADAL" clId="{531F5506-8B3C-59E3-9CFA-8C9DA621ABD1}" dt="2025-09-18T07:28:31.476" v="4184" actId="20577"/>
          <ac:spMkLst>
            <pc:docMk/>
            <pc:sldMk cId="3569379522" sldId="275"/>
            <ac:spMk id="2" creationId="{911EAE09-ED95-F5D0-70F7-AF204DADB4E2}"/>
          </ac:spMkLst>
        </pc:spChg>
        <pc:spChg chg="mod">
          <ac:chgData name="Emma Femke Diepeveen" userId="2e688c13-4a66-4843-b4fb-ce9b4d6a572c" providerId="ADAL" clId="{531F5506-8B3C-59E3-9CFA-8C9DA621ABD1}" dt="2025-09-19T07:19:36.355" v="5207" actId="20577"/>
          <ac:spMkLst>
            <pc:docMk/>
            <pc:sldMk cId="3569379522" sldId="275"/>
            <ac:spMk id="3" creationId="{C92F2531-63F8-83F0-03F3-457A1CC3E2CA}"/>
          </ac:spMkLst>
        </pc:spChg>
        <pc:spChg chg="mod">
          <ac:chgData name="Emma Femke Diepeveen" userId="2e688c13-4a66-4843-b4fb-ce9b4d6a572c" providerId="ADAL" clId="{531F5506-8B3C-59E3-9CFA-8C9DA621ABD1}" dt="2025-09-18T14:21:09.422" v="5196" actId="1076"/>
          <ac:spMkLst>
            <pc:docMk/>
            <pc:sldMk cId="3569379522" sldId="275"/>
            <ac:spMk id="4" creationId="{76935C76-791F-4791-9174-BA4471B879FA}"/>
          </ac:spMkLst>
        </pc:spChg>
      </pc:sldChg>
      <pc:sldChg chg="addSp delSp modSp new del mod modAnim">
        <pc:chgData name="Emma Femke Diepeveen" userId="2e688c13-4a66-4843-b4fb-ce9b4d6a572c" providerId="ADAL" clId="{531F5506-8B3C-59E3-9CFA-8C9DA621ABD1}" dt="2025-09-17T10:46:14.579" v="1555" actId="2696"/>
        <pc:sldMkLst>
          <pc:docMk/>
          <pc:sldMk cId="28976792" sldId="276"/>
        </pc:sldMkLst>
      </pc:sldChg>
      <pc:sldChg chg="modSp new del mod">
        <pc:chgData name="Emma Femke Diepeveen" userId="2e688c13-4a66-4843-b4fb-ce9b4d6a572c" providerId="ADAL" clId="{531F5506-8B3C-59E3-9CFA-8C9DA621ABD1}" dt="2025-09-19T07:20:45.893" v="5208" actId="2696"/>
        <pc:sldMkLst>
          <pc:docMk/>
          <pc:sldMk cId="2269068183" sldId="276"/>
        </pc:sldMkLst>
        <pc:spChg chg="mod">
          <ac:chgData name="Emma Femke Diepeveen" userId="2e688c13-4a66-4843-b4fb-ce9b4d6a572c" providerId="ADAL" clId="{531F5506-8B3C-59E3-9CFA-8C9DA621ABD1}" dt="2025-09-18T06:53:02.767" v="1935" actId="20577"/>
          <ac:spMkLst>
            <pc:docMk/>
            <pc:sldMk cId="2269068183" sldId="276"/>
            <ac:spMk id="2" creationId="{6F7C80DE-D223-6D71-A3F4-3FA2897809ED}"/>
          </ac:spMkLst>
        </pc:spChg>
        <pc:spChg chg="mod">
          <ac:chgData name="Emma Femke Diepeveen" userId="2e688c13-4a66-4843-b4fb-ce9b4d6a572c" providerId="ADAL" clId="{531F5506-8B3C-59E3-9CFA-8C9DA621ABD1}" dt="2025-09-18T07:42:57.105" v="5064" actId="20577"/>
          <ac:spMkLst>
            <pc:docMk/>
            <pc:sldMk cId="2269068183" sldId="276"/>
            <ac:spMk id="3" creationId="{27DB9006-786F-151B-9BCF-638EA8955B64}"/>
          </ac:spMkLst>
        </pc:spChg>
        <pc:spChg chg="mod">
          <ac:chgData name="Emma Femke Diepeveen" userId="2e688c13-4a66-4843-b4fb-ce9b4d6a572c" providerId="ADAL" clId="{531F5506-8B3C-59E3-9CFA-8C9DA621ABD1}" dt="2025-09-18T07:42:46.972" v="5017" actId="20577"/>
          <ac:spMkLst>
            <pc:docMk/>
            <pc:sldMk cId="2269068183" sldId="276"/>
            <ac:spMk id="4" creationId="{4D4F26B4-7E9F-1601-08EB-02B1BED3CF99}"/>
          </ac:spMkLst>
        </pc:spChg>
      </pc:sldChg>
      <pc:sldChg chg="addSp delSp modSp new del mod modAnim">
        <pc:chgData name="Emma Femke Diepeveen" userId="2e688c13-4a66-4843-b4fb-ce9b4d6a572c" providerId="ADAL" clId="{531F5506-8B3C-59E3-9CFA-8C9DA621ABD1}" dt="2025-09-17T10:46:14.529" v="1550" actId="2696"/>
        <pc:sldMkLst>
          <pc:docMk/>
          <pc:sldMk cId="2695958639" sldId="277"/>
        </pc:sldMkLst>
      </pc:sldChg>
      <pc:sldChg chg="delSp modSp new mod">
        <pc:chgData name="Emma Femke Diepeveen" userId="2e688c13-4a66-4843-b4fb-ce9b4d6a572c" providerId="ADAL" clId="{531F5506-8B3C-59E3-9CFA-8C9DA621ABD1}" dt="2025-09-18T14:21:23.173" v="5198" actId="478"/>
        <pc:sldMkLst>
          <pc:docMk/>
          <pc:sldMk cId="4138818346" sldId="277"/>
        </pc:sldMkLst>
        <pc:spChg chg="mod">
          <ac:chgData name="Emma Femke Diepeveen" userId="2e688c13-4a66-4843-b4fb-ce9b4d6a572c" providerId="ADAL" clId="{531F5506-8B3C-59E3-9CFA-8C9DA621ABD1}" dt="2025-09-18T06:56:46.123" v="2104" actId="20577"/>
          <ac:spMkLst>
            <pc:docMk/>
            <pc:sldMk cId="4138818346" sldId="277"/>
            <ac:spMk id="2" creationId="{2CC017FE-9B3D-0B38-ED8B-7B59496B70C9}"/>
          </ac:spMkLst>
        </pc:spChg>
        <pc:spChg chg="mod">
          <ac:chgData name="Emma Femke Diepeveen" userId="2e688c13-4a66-4843-b4fb-ce9b4d6a572c" providerId="ADAL" clId="{531F5506-8B3C-59E3-9CFA-8C9DA621ABD1}" dt="2025-09-18T06:57:09.714" v="2179" actId="20577"/>
          <ac:spMkLst>
            <pc:docMk/>
            <pc:sldMk cId="4138818346" sldId="277"/>
            <ac:spMk id="3" creationId="{7C42960A-2AF4-9115-4F61-EC8E7620DD6C}"/>
          </ac:spMkLst>
        </pc:spChg>
        <pc:spChg chg="del">
          <ac:chgData name="Emma Femke Diepeveen" userId="2e688c13-4a66-4843-b4fb-ce9b4d6a572c" providerId="ADAL" clId="{531F5506-8B3C-59E3-9CFA-8C9DA621ABD1}" dt="2025-09-18T14:21:23.173" v="5198" actId="478"/>
          <ac:spMkLst>
            <pc:docMk/>
            <pc:sldMk cId="4138818346" sldId="277"/>
            <ac:spMk id="4" creationId="{059BE8F8-F611-6647-BB83-5C5E4127A52D}"/>
          </ac:spMkLst>
        </pc:spChg>
      </pc:sldChg>
      <pc:sldChg chg="addSp delSp modSp new del mod delAnim modAnim">
        <pc:chgData name="Emma Femke Diepeveen" userId="2e688c13-4a66-4843-b4fb-ce9b4d6a572c" providerId="ADAL" clId="{531F5506-8B3C-59E3-9CFA-8C9DA621ABD1}" dt="2025-09-17T10:46:14.527" v="1549" actId="2696"/>
        <pc:sldMkLst>
          <pc:docMk/>
          <pc:sldMk cId="819559641" sldId="278"/>
        </pc:sldMkLst>
      </pc:sldChg>
      <pc:sldChg chg="modSp add mod ord">
        <pc:chgData name="Emma Femke Diepeveen" userId="2e688c13-4a66-4843-b4fb-ce9b4d6a572c" providerId="ADAL" clId="{531F5506-8B3C-59E3-9CFA-8C9DA621ABD1}" dt="2025-09-18T14:19:07.167" v="5152" actId="20577"/>
        <pc:sldMkLst>
          <pc:docMk/>
          <pc:sldMk cId="1387016087" sldId="278"/>
        </pc:sldMkLst>
        <pc:spChg chg="mod">
          <ac:chgData name="Emma Femke Diepeveen" userId="2e688c13-4a66-4843-b4fb-ce9b4d6a572c" providerId="ADAL" clId="{531F5506-8B3C-59E3-9CFA-8C9DA621ABD1}" dt="2025-09-18T14:17:06.761" v="5113" actId="20577"/>
          <ac:spMkLst>
            <pc:docMk/>
            <pc:sldMk cId="1387016087" sldId="278"/>
            <ac:spMk id="2" creationId="{DC185AF3-28C5-F634-7FC1-11D5B6CC65A4}"/>
          </ac:spMkLst>
        </pc:spChg>
        <pc:spChg chg="mod">
          <ac:chgData name="Emma Femke Diepeveen" userId="2e688c13-4a66-4843-b4fb-ce9b4d6a572c" providerId="ADAL" clId="{531F5506-8B3C-59E3-9CFA-8C9DA621ABD1}" dt="2025-09-18T14:19:07.167" v="5152" actId="20577"/>
          <ac:spMkLst>
            <pc:docMk/>
            <pc:sldMk cId="1387016087" sldId="278"/>
            <ac:spMk id="3" creationId="{97EEB986-70F4-E294-8E40-58C61330E902}"/>
          </ac:spMkLst>
        </pc:spChg>
        <pc:spChg chg="mod">
          <ac:chgData name="Emma Femke Diepeveen" userId="2e688c13-4a66-4843-b4fb-ce9b4d6a572c" providerId="ADAL" clId="{531F5506-8B3C-59E3-9CFA-8C9DA621ABD1}" dt="2025-09-18T14:18:32.987" v="5146" actId="1076"/>
          <ac:spMkLst>
            <pc:docMk/>
            <pc:sldMk cId="1387016087" sldId="278"/>
            <ac:spMk id="4" creationId="{C92FD09A-F348-9CE1-5A79-5BEAD566F876}"/>
          </ac:spMkLst>
        </pc:spChg>
      </pc:sldChg>
      <pc:sldChg chg="addSp delSp modSp new del mod modAnim">
        <pc:chgData name="Emma Femke Diepeveen" userId="2e688c13-4a66-4843-b4fb-ce9b4d6a572c" providerId="ADAL" clId="{531F5506-8B3C-59E3-9CFA-8C9DA621ABD1}" dt="2025-09-17T10:46:14.526" v="1548" actId="2696"/>
        <pc:sldMkLst>
          <pc:docMk/>
          <pc:sldMk cId="2718940603" sldId="279"/>
        </pc:sldMkLst>
      </pc:sldChg>
      <pc:sldChg chg="addSp delSp modSp new del mod modAnim">
        <pc:chgData name="Emma Femke Diepeveen" userId="2e688c13-4a66-4843-b4fb-ce9b4d6a572c" providerId="ADAL" clId="{531F5506-8B3C-59E3-9CFA-8C9DA621ABD1}" dt="2025-09-17T10:46:14.543" v="1552" actId="2696"/>
        <pc:sldMkLst>
          <pc:docMk/>
          <pc:sldMk cId="8645419" sldId="280"/>
        </pc:sldMkLst>
      </pc:sldChg>
      <pc:sldChg chg="addSp delSp modSp new del mod ord modAnim">
        <pc:chgData name="Emma Femke Diepeveen" userId="2e688c13-4a66-4843-b4fb-ce9b4d6a572c" providerId="ADAL" clId="{531F5506-8B3C-59E3-9CFA-8C9DA621ABD1}" dt="2025-09-17T10:46:14.587" v="1556" actId="2696"/>
        <pc:sldMkLst>
          <pc:docMk/>
          <pc:sldMk cId="2470738081" sldId="281"/>
        </pc:sldMkLst>
      </pc:sldChg>
      <pc:sldChg chg="addSp delSp modSp new del mod modAnim">
        <pc:chgData name="Emma Femke Diepeveen" userId="2e688c13-4a66-4843-b4fb-ce9b4d6a572c" providerId="ADAL" clId="{531F5506-8B3C-59E3-9CFA-8C9DA621ABD1}" dt="2025-09-17T10:46:14.561" v="1554" actId="2696"/>
        <pc:sldMkLst>
          <pc:docMk/>
          <pc:sldMk cId="1104441758" sldId="2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2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5" name="Date_DateCustomA" descr="{&quot;templafy&quot;:{&quot;id&quot;:&quot;c6994d15-c970-4e13-bd74-b7c999269f69&quot;}}">
            <a:extLst>
              <a:ext uri="{FF2B5EF4-FFF2-40B4-BE49-F238E27FC236}">
                <a16:creationId xmlns:a16="http://schemas.microsoft.com/office/drawing/2014/main" id="{7F20FB0B-AB99-D1DA-4E1C-7C844AE406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29. August 2025</a:t>
            </a:r>
          </a:p>
        </p:txBody>
      </p:sp>
      <p:sp>
        <p:nvSpPr>
          <p:cNvPr id="6" name="FLD_Event" descr="{&quot;templafy&quot;:{&quot;id&quot;:&quot;2f5f9d71-c345-4166-8c91-f92dfa0eb233&quot;}}">
            <a:extLst>
              <a:ext uri="{FF2B5EF4-FFF2-40B4-BE49-F238E27FC236}">
                <a16:creationId xmlns:a16="http://schemas.microsoft.com/office/drawing/2014/main" id="{94FCB787-CF58-D24B-3F9C-4CF65869F2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Evolutionary Thinking</a:t>
            </a:r>
          </a:p>
        </p:txBody>
      </p:sp>
      <p:sp>
        <p:nvSpPr>
          <p:cNvPr id="36" name="USR_Title" descr="{&quot;templafy&quot;:{&quot;id&quot;:&quot;ed32747e-8f98-4606-8227-0f558c8d3c9e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Ph.d.-studerende</a:t>
            </a:r>
          </a:p>
        </p:txBody>
      </p:sp>
      <p:sp>
        <p:nvSpPr>
          <p:cNvPr id="37" name="USR_Name" descr="{&quot;templafy&quot;:{&quot;id&quot;:&quot;ecef74ea-3866-489e-8d84-38ea867fca93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Emma Femke Diepeveen</a:t>
            </a:r>
          </a:p>
        </p:txBody>
      </p:sp>
      <p:pic>
        <p:nvPicPr>
          <p:cNvPr id="818858520" name="SecondaryLogo" descr="{&quot;templafy&quot;:{&quot;id&quot;:&quot;871e7502-b533-4f94-b823-79f7ab2f22ac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8" name="OFF_logo2Computed" descr="{&quot;templafy&quot;:{&quot;id&quot;:&quot;18757dc8-73f1-47b8-946c-b7cbc5220d75&quot;}}">
            <a:extLst>
              <a:ext uri="{FF2B5EF4-FFF2-40B4-BE49-F238E27FC236}">
                <a16:creationId xmlns:a16="http://schemas.microsoft.com/office/drawing/2014/main" id="{289B577B-AF3B-2A62-0411-5FD9FF3C42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Molecular Biology and Genetics</a:t>
            </a:r>
          </a:p>
        </p:txBody>
      </p:sp>
      <p:sp>
        <p:nvSpPr>
          <p:cNvPr id="9" name="OFF_logo1Computed" descr="{&quot;templafy&quot;:{&quot;id&quot;:&quot;7abe370c-f80b-4a32-ac09-fd30583077e1&quot;}}">
            <a:extLst>
              <a:ext uri="{FF2B5EF4-FFF2-40B4-BE49-F238E27FC236}">
                <a16:creationId xmlns:a16="http://schemas.microsoft.com/office/drawing/2014/main" id="{066A6607-F6B4-2025-DA5F-AC4D1914151A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en-GB" sz="4799" dirty="0"/>
          </a:p>
        </p:txBody>
      </p:sp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8" name="Date_DateCustomA" descr="{&quot;templafy&quot;:{&quot;id&quot;:&quot;2c684135-db69-4f0e-9fe7-3a596ecae385&quot;}}">
            <a:extLst>
              <a:ext uri="{FF2B5EF4-FFF2-40B4-BE49-F238E27FC236}">
                <a16:creationId xmlns:a16="http://schemas.microsoft.com/office/drawing/2014/main" id="{249423E2-54F8-7094-38E5-78521186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29. August 2025</a:t>
            </a:r>
          </a:p>
        </p:txBody>
      </p:sp>
      <p:sp>
        <p:nvSpPr>
          <p:cNvPr id="7" name="FLD_Event" descr="{&quot;templafy&quot;:{&quot;id&quot;:&quot;3ee97908-9ccf-48e4-98de-f350b9070093&quot;}}">
            <a:extLst>
              <a:ext uri="{FF2B5EF4-FFF2-40B4-BE49-F238E27FC236}">
                <a16:creationId xmlns:a16="http://schemas.microsoft.com/office/drawing/2014/main" id="{163F40E2-4217-07B0-ECD8-2A4A14C886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Evolutionary Thinking</a:t>
            </a: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2" name="USR_Name" descr="{&quot;templafy&quot;:{&quot;id&quot;:&quot;c8f57c57-7036-47ae-b450-ec78adde0417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Emma Femke Diepeveen</a:t>
            </a:r>
          </a:p>
        </p:txBody>
      </p:sp>
      <p:pic>
        <p:nvPicPr>
          <p:cNvPr id="693657576" name="SecondaryLogo" descr="{&quot;templafy&quot;:{&quot;id&quot;:&quot;93c8e9c1-78e3-49d0-86be-449bf740dd4a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9" name="OFF_logo2Computed" descr="{&quot;templafy&quot;:{&quot;id&quot;:&quot;11d7d205-bebf-4777-9e15-31e97c841017&quot;}}">
            <a:extLst>
              <a:ext uri="{FF2B5EF4-FFF2-40B4-BE49-F238E27FC236}">
                <a16:creationId xmlns:a16="http://schemas.microsoft.com/office/drawing/2014/main" id="{4550AE95-0D19-942D-D04F-B30197C47E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Molecular Biology and Genetics</a:t>
            </a:r>
          </a:p>
        </p:txBody>
      </p:sp>
      <p:sp>
        <p:nvSpPr>
          <p:cNvPr id="10" name="OFF_logo1Computed" descr="{&quot;templafy&quot;:{&quot;id&quot;:&quot;76d04571-8026-4f99-88bb-c69190fbd3a4&quot;}}">
            <a:extLst>
              <a:ext uri="{FF2B5EF4-FFF2-40B4-BE49-F238E27FC236}">
                <a16:creationId xmlns:a16="http://schemas.microsoft.com/office/drawing/2014/main" id="{7E45388B-77A2-F799-5C73-3DBEF86FEF0E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Date_DateCustomA" descr="{&quot;templafy&quot;:{&quot;id&quot;:&quot;55f0c831-472c-4ea8-a2d3-a82f5c3f56e5&quot;}}">
            <a:extLst>
              <a:ext uri="{FF2B5EF4-FFF2-40B4-BE49-F238E27FC236}">
                <a16:creationId xmlns:a16="http://schemas.microsoft.com/office/drawing/2014/main" id="{79F28AD6-C756-3FA9-8D35-B9ED537E5D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29. August 2025</a:t>
            </a:r>
          </a:p>
        </p:txBody>
      </p:sp>
      <p:sp>
        <p:nvSpPr>
          <p:cNvPr id="6" name="FLD_Event" descr="{&quot;templafy&quot;:{&quot;id&quot;:&quot;01b11b71-f2cf-4e2c-b0aa-4b7989ae3a72&quot;}}">
            <a:extLst>
              <a:ext uri="{FF2B5EF4-FFF2-40B4-BE49-F238E27FC236}">
                <a16:creationId xmlns:a16="http://schemas.microsoft.com/office/drawing/2014/main" id="{57887568-1188-7AD6-FE68-DD94BB3E07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Evolutionary Thinking</a:t>
            </a: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879515054" name="SecondaryLogo" descr="{&quot;templafy&quot;:{&quot;id&quot;:&quot;737fd2d9-3b18-4e59-b346-afd0d77dcaf4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11" name="OFF_logo2Computed" descr="{&quot;templafy&quot;:{&quot;id&quot;:&quot;5c16850b-acca-41ad-90ce-6258473781ed&quot;}}">
            <a:extLst>
              <a:ext uri="{FF2B5EF4-FFF2-40B4-BE49-F238E27FC236}">
                <a16:creationId xmlns:a16="http://schemas.microsoft.com/office/drawing/2014/main" id="{A3243EC3-3157-0FCB-B9C5-4D04D60102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Molecular Biology and Genetics</a:t>
            </a:r>
          </a:p>
        </p:txBody>
      </p:sp>
      <p:sp>
        <p:nvSpPr>
          <p:cNvPr id="12" name="OFF_logo1Computed" descr="{&quot;templafy&quot;:{&quot;id&quot;:&quot;61e5ac26-aaa0-41b8-b9ef-24517992f922&quot;}}">
            <a:extLst>
              <a:ext uri="{FF2B5EF4-FFF2-40B4-BE49-F238E27FC236}">
                <a16:creationId xmlns:a16="http://schemas.microsoft.com/office/drawing/2014/main" id="{295F1ED3-E7A6-8E03-3171-374E099942CC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dirty="0"/>
              <a:t>Insert title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r>
              <a:rPr lang="en-GB" dirty="0"/>
              <a:t>6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en-GB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en-GB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en-GB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5" name="LAN_AUWBreak" descr="{&quot;templafy&quot;:{&quot;id&quot;:&quot;49f7d88b-62d3-4675-aa80-11fd0206803f&quot;}}"/>
          <p:cNvSpPr/>
          <p:nvPr userDrawn="1"/>
        </p:nvSpPr>
        <p:spPr bwMode="auto">
          <a:xfrm>
            <a:off x="6022613" y="2804400"/>
            <a:ext cx="65" cy="739391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  <a:endParaRPr lang="en-GB"/>
          </a:p>
          <a:p>
            <a:pPr lvl="1"/>
            <a:r>
              <a:rPr lang="en-GB" noProof="0" dirty="0"/>
              <a:t>Second level</a:t>
            </a:r>
            <a:endParaRPr lang="en-GB"/>
          </a:p>
          <a:p>
            <a:pPr lvl="2"/>
            <a:r>
              <a:rPr lang="en-GB" noProof="0" dirty="0"/>
              <a:t>Third level</a:t>
            </a:r>
            <a:endParaRPr lang="en-GB"/>
          </a:p>
          <a:p>
            <a:pPr lvl="3"/>
            <a:r>
              <a:rPr lang="en-GB" noProof="0" dirty="0"/>
              <a:t>Fourth level</a:t>
            </a:r>
            <a:endParaRPr lang="en-GB"/>
          </a:p>
          <a:p>
            <a:pPr lvl="4"/>
            <a:r>
              <a:rPr lang="en-GB" noProof="0" dirty="0"/>
              <a:t>Fifth level</a:t>
            </a:r>
            <a:endParaRPr lang="en-GB"/>
          </a:p>
          <a:p>
            <a:pPr lvl="5"/>
            <a:r>
              <a:rPr lang="en-GB" noProof="0" dirty="0"/>
              <a:t>6 level</a:t>
            </a:r>
            <a:endParaRPr lang="en-GB"/>
          </a:p>
          <a:p>
            <a:pPr lvl="6"/>
            <a:r>
              <a:rPr lang="en-GB" noProof="0" dirty="0"/>
              <a:t>7 level</a:t>
            </a:r>
            <a:endParaRPr lang="en-GB"/>
          </a:p>
          <a:p>
            <a:pPr lvl="7"/>
            <a:r>
              <a:rPr lang="en-GB" noProof="0" dirty="0"/>
              <a:t>8 level</a:t>
            </a:r>
            <a:endParaRPr lang="en-GB"/>
          </a:p>
          <a:p>
            <a:pPr lvl="8"/>
            <a:r>
              <a:rPr lang="en-GB" noProof="0" dirty="0"/>
              <a:t>9 level</a:t>
            </a:r>
            <a:endParaRPr lang="en-GB"/>
          </a:p>
        </p:txBody>
      </p:sp>
      <p:sp>
        <p:nvSpPr>
          <p:cNvPr id="5" name="Date_DateCustomA" descr="{&quot;templafy&quot;:{&quot;id&quot;:&quot;e9ec1846-fc70-4b1f-91d1-af31a7ef0312&quot;}}">
            <a:extLst>
              <a:ext uri="{FF2B5EF4-FFF2-40B4-BE49-F238E27FC236}">
                <a16:creationId xmlns:a16="http://schemas.microsoft.com/office/drawing/2014/main" id="{2DB864AE-EC00-948C-4AD8-CC3FC72BC8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29. August 2025</a:t>
            </a:r>
          </a:p>
        </p:txBody>
      </p:sp>
      <p:sp>
        <p:nvSpPr>
          <p:cNvPr id="4" name="FLD_Event" descr="{&quot;templafy&quot;:{&quot;id&quot;:&quot;6b5290eb-2f43-4d9e-9d6d-e0daf52783fe&quot;}}">
            <a:extLst>
              <a:ext uri="{FF2B5EF4-FFF2-40B4-BE49-F238E27FC236}">
                <a16:creationId xmlns:a16="http://schemas.microsoft.com/office/drawing/2014/main" id="{D0C255F4-97F5-2F16-C830-C233FA325C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Evolutionary Thinking</a:t>
            </a:r>
          </a:p>
        </p:txBody>
      </p:sp>
      <p:sp>
        <p:nvSpPr>
          <p:cNvPr id="28" name="USR_Title" descr="{&quot;templafy&quot;:{&quot;id&quot;:&quot;77b6b9a6-262d-4793-baa6-9017e23b17f8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Ph.d.-studerende</a:t>
            </a:r>
          </a:p>
        </p:txBody>
      </p:sp>
      <p:sp>
        <p:nvSpPr>
          <p:cNvPr id="21" name="USR_Name" descr="{&quot;templafy&quot;:{&quot;id&quot;:&quot;ddceb61f-142b-4271-810f-7e88745c4f6a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Emma Femke Diepeveen</a:t>
            </a:r>
          </a:p>
        </p:txBody>
      </p:sp>
      <p:pic>
        <p:nvPicPr>
          <p:cNvPr id="1313023955" name="SecondaryLogo_sort" descr="{&quot;templafy&quot;:{&quot;id&quot;:&quot;f3841f7a-f501-4eb1-a69e-e9c157c99b09&quot;}}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06000" y="5999002"/>
            <a:ext cx="1659600" cy="558000"/>
          </a:xfrm>
          <a:prstGeom prst="rect">
            <a:avLst/>
          </a:prstGeom>
        </p:spPr>
      </p:pic>
      <p:sp>
        <p:nvSpPr>
          <p:cNvPr id="25" name="OFF_logo2Computed" descr="{&quot;templafy&quot;:{&quot;id&quot;:&quot;5d3e756c-a45e-4103-adbe-cc33deb505f2&quot;}}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Department of Molecular Biology and Genetics</a:t>
            </a:r>
          </a:p>
        </p:txBody>
      </p:sp>
      <p:sp>
        <p:nvSpPr>
          <p:cNvPr id="26" name="OFF_logo1Computed" descr="{&quot;templafy&quot;:{&quot;id&quot;:&quot;8014843d-a4f2-4a18-9d55-4244c2438944&quot;}}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Department of Molecular Biology and Genetics</a:t>
            </a: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5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85838" y="2233044"/>
            <a:ext cx="10220325" cy="2160591"/>
          </a:xfrm>
        </p:spPr>
        <p:txBody>
          <a:bodyPr/>
          <a:lstStyle/>
          <a:p>
            <a:r>
              <a:rPr lang="en-GB" dirty="0"/>
              <a:t>Molecular clocks and </a:t>
            </a:r>
            <a:r>
              <a:rPr lang="en-GB"/>
              <a:t>gene duplication</a:t>
            </a:r>
            <a:br>
              <a:rPr lang="en-GB" dirty="0"/>
            </a:br>
            <a:r>
              <a:rPr lang="en-GB" sz="3600" dirty="0"/>
              <a:t>week 38 Paper discussion</a:t>
            </a:r>
            <a:endParaRPr lang="en-GB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1589-FB20-171F-A329-378DAFCC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0" y="230400"/>
            <a:ext cx="5644263" cy="752400"/>
          </a:xfrm>
        </p:spPr>
        <p:txBody>
          <a:bodyPr wrap="square" anchor="t">
            <a:normAutofit/>
          </a:bodyPr>
          <a:lstStyle/>
          <a:p>
            <a:r>
              <a:rPr lang="en-DK" sz="2500"/>
              <a:t>Primate of the</a:t>
            </a:r>
            <a:br>
              <a:rPr lang="en-DK" sz="2500"/>
            </a:br>
            <a:r>
              <a:rPr lang="en-DK" sz="2500"/>
              <a:t>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65AC9-C3D8-3E0F-17B8-8E3659A7C5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 wrap="square" anchor="t">
            <a:normAutofit/>
          </a:bodyPr>
          <a:lstStyle/>
          <a:p>
            <a:r>
              <a:rPr lang="en-GB" b="1" dirty="0"/>
              <a:t>COQUEREL'S SIFAKA</a:t>
            </a:r>
          </a:p>
          <a:p>
            <a:pPr>
              <a:buNone/>
            </a:pPr>
            <a:r>
              <a:rPr lang="en-GB" i="1" dirty="0" err="1"/>
              <a:t>Propithecus</a:t>
            </a:r>
            <a:r>
              <a:rPr lang="en-GB" i="1" dirty="0"/>
              <a:t> </a:t>
            </a:r>
            <a:r>
              <a:rPr lang="en-GB" i="1" dirty="0" err="1"/>
              <a:t>coquereli</a:t>
            </a:r>
            <a:r>
              <a:rPr lang="en-DK" dirty="0"/>
              <a:t> </a:t>
            </a:r>
          </a:p>
          <a:p>
            <a:endParaRPr lang="en-DK" i="1" dirty="0"/>
          </a:p>
          <a:p>
            <a:r>
              <a:rPr lang="en-DK" dirty="0"/>
              <a:t>Madagascar</a:t>
            </a:r>
          </a:p>
          <a:p>
            <a:endParaRPr lang="en-DK" dirty="0"/>
          </a:p>
          <a:p>
            <a:r>
              <a:rPr lang="en-DK" dirty="0"/>
              <a:t>Matriarchy group</a:t>
            </a:r>
          </a:p>
          <a:p>
            <a:endParaRPr lang="en-DK" i="1" dirty="0"/>
          </a:p>
          <a:p>
            <a:r>
              <a:rPr lang="en-DK" dirty="0"/>
              <a:t>Polyandry </a:t>
            </a:r>
          </a:p>
          <a:p>
            <a:pPr marL="252000" lvl="1" indent="0">
              <a:buNone/>
            </a:pPr>
            <a:r>
              <a:rPr lang="en-DK" dirty="0"/>
              <a:t></a:t>
            </a:r>
            <a:r>
              <a:rPr lang="en-DK" dirty="0">
                <a:sym typeface="Wingdings" pitchFamily="2" charset="2"/>
              </a:rPr>
              <a:t> </a:t>
            </a:r>
            <a:r>
              <a:rPr lang="en-DK" dirty="0"/>
              <a:t> </a:t>
            </a:r>
            <a:r>
              <a:rPr lang="en-GB" dirty="0"/>
              <a:t>H</a:t>
            </a:r>
            <a:r>
              <a:rPr lang="en-DK" dirty="0"/>
              <a:t>elp to avoid infanticide </a:t>
            </a:r>
          </a:p>
          <a:p>
            <a:pPr marL="252000" lvl="1" indent="0">
              <a:buNone/>
            </a:pPr>
            <a:endParaRPr lang="en-DK" dirty="0"/>
          </a:p>
          <a:p>
            <a:pPr marL="252000" lvl="1" indent="0">
              <a:buNone/>
            </a:pPr>
            <a:r>
              <a:rPr lang="en-GB" dirty="0"/>
              <a:t>“</a:t>
            </a:r>
            <a:r>
              <a:rPr lang="en-GB" i="1" dirty="0" err="1"/>
              <a:t>shuh-fokk</a:t>
            </a:r>
            <a:r>
              <a:rPr lang="en-GB" dirty="0"/>
              <a:t>” sound they often make as a warning call</a:t>
            </a:r>
            <a:endParaRPr lang="en-DK" i="1" dirty="0"/>
          </a:p>
        </p:txBody>
      </p:sp>
      <p:pic>
        <p:nvPicPr>
          <p:cNvPr id="5" name="Picture 2" descr="A lemur climbing a tree&#10;&#10;AI-generated content may be incorrect.">
            <a:extLst>
              <a:ext uri="{FF2B5EF4-FFF2-40B4-BE49-F238E27FC236}">
                <a16:creationId xmlns:a16="http://schemas.microsoft.com/office/drawing/2014/main" id="{EAD1AD05-9E56-F09B-7DCF-B09D64F22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757" b="2"/>
          <a:stretch>
            <a:fillRect/>
          </a:stretch>
        </p:blipFill>
        <p:spPr bwMode="auto">
          <a:xfrm>
            <a:off x="6230198" y="315913"/>
            <a:ext cx="5644110" cy="558165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30E74-81AB-3E6F-CEBE-78DD66D1B2C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pPr>
              <a:spcAft>
                <a:spcPts val="600"/>
              </a:spcAft>
            </a:pPr>
            <a:fld id="{D0C34056-17A0-4C45-B945-644AE25D63C3}" type="datetime1">
              <a:rPr lang="en-GB" smtClean="0"/>
              <a:pPr>
                <a:spcAft>
                  <a:spcPts val="600"/>
                </a:spcAft>
              </a:pPr>
              <a:t>18/09/2025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22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05E9-B4E9-F566-D4FD-3E1EE8BF8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DK" dirty="0"/>
              <a:t>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8ADB8-02BB-98C8-36F9-F80664945E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8636966" cy="4525964"/>
          </a:xfrm>
        </p:spPr>
        <p:txBody>
          <a:bodyPr/>
          <a:lstStyle/>
          <a:p>
            <a:r>
              <a:rPr lang="en-DK" dirty="0"/>
              <a:t>1. Recap of questions from </a:t>
            </a:r>
            <a:r>
              <a:rPr lang="en-GB" dirty="0"/>
              <a:t>W</a:t>
            </a:r>
            <a:r>
              <a:rPr lang="en-DK" dirty="0"/>
              <a:t>ednesday</a:t>
            </a:r>
          </a:p>
          <a:p>
            <a:pPr marL="252000" lvl="1" indent="0">
              <a:buNone/>
            </a:pPr>
            <a:r>
              <a:rPr lang="en-DK" dirty="0"/>
              <a:t>Wednesday questions are not part of the exams directly -&gt; they’re to practice with the concepts </a:t>
            </a:r>
          </a:p>
          <a:p>
            <a:endParaRPr lang="en-DK" dirty="0"/>
          </a:p>
          <a:p>
            <a:r>
              <a:rPr lang="en-DK" dirty="0"/>
              <a:t>2. R exercises using the </a:t>
            </a:r>
            <a:r>
              <a:rPr lang="en-DK" i="1" dirty="0"/>
              <a:t>ape</a:t>
            </a:r>
            <a:r>
              <a:rPr lang="en-DK" dirty="0"/>
              <a:t> package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8B2AC-A353-CBD3-8066-DAE25171D7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9529B5F-8D4E-004E-B315-5BE3B2EEF546}" type="datetime1">
              <a:rPr lang="en-GB" smtClean="0"/>
              <a:t>18/09/2025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644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AF260-B089-9BF6-33C1-6CAF54927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0" y="230400"/>
            <a:ext cx="5913398" cy="752400"/>
          </a:xfrm>
        </p:spPr>
        <p:txBody>
          <a:bodyPr/>
          <a:lstStyle/>
          <a:p>
            <a:r>
              <a:rPr lang="en-DK" dirty="0"/>
              <a:t>Phylogenetic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B8DA-41BD-3C37-42A1-5E312E76D0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7788" y="1556792"/>
            <a:ext cx="4975225" cy="4525964"/>
          </a:xfrm>
        </p:spPr>
        <p:txBody>
          <a:bodyPr/>
          <a:lstStyle/>
          <a:p>
            <a:r>
              <a:rPr lang="en-DK" b="1" u="sng" dirty="0"/>
              <a:t>Maximum parsimony </a:t>
            </a:r>
          </a:p>
          <a:p>
            <a:pPr marL="252000" lvl="1" indent="0">
              <a:buNone/>
            </a:pPr>
            <a:r>
              <a:rPr lang="en-GB" dirty="0"/>
              <a:t>Think: </a:t>
            </a:r>
            <a:r>
              <a:rPr lang="en-GB" dirty="0">
                <a:solidFill>
                  <a:schemeClr val="bg2">
                    <a:lumMod val="75000"/>
                    <a:lumOff val="25000"/>
                  </a:schemeClr>
                </a:solidFill>
              </a:rPr>
              <a:t>S</a:t>
            </a:r>
            <a:r>
              <a:rPr lang="en-DK" dirty="0">
                <a:solidFill>
                  <a:schemeClr val="bg2">
                    <a:lumMod val="75000"/>
                    <a:lumOff val="25000"/>
                  </a:schemeClr>
                </a:solidFill>
              </a:rPr>
              <a:t>implicity </a:t>
            </a:r>
          </a:p>
          <a:p>
            <a:pPr marL="252000" lvl="1" indent="0">
              <a:buNone/>
            </a:pPr>
            <a:endParaRPr lang="en-DK" dirty="0"/>
          </a:p>
          <a:p>
            <a:r>
              <a:rPr lang="en-DK" dirty="0"/>
              <a:t>Look at all possible trees and count how many changes are needed </a:t>
            </a:r>
          </a:p>
          <a:p>
            <a:r>
              <a:rPr lang="en-DK" dirty="0"/>
              <a:t>The tree with the fewist changes is chosen </a:t>
            </a:r>
          </a:p>
          <a:p>
            <a:endParaRPr lang="en-DK" dirty="0"/>
          </a:p>
          <a:p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</a:t>
            </a:r>
            <a:r>
              <a:rPr lang="en-DK" dirty="0">
                <a:solidFill>
                  <a:schemeClr val="bg2">
                    <a:lumMod val="75000"/>
                    <a:lumOff val="25000"/>
                  </a:schemeClr>
                </a:solidFill>
              </a:rPr>
              <a:t>the simplest explanation is the most parsimonious. </a:t>
            </a:r>
          </a:p>
          <a:p>
            <a:endParaRPr lang="en-DK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17CA2A6-D55D-A351-6DD5-53E235189D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4452" y="1700808"/>
            <a:ext cx="5644110" cy="4311134"/>
          </a:xfrm>
        </p:spPr>
        <p:txBody>
          <a:bodyPr/>
          <a:lstStyle/>
          <a:p>
            <a:r>
              <a:rPr lang="en-DK" b="1" u="sng" dirty="0"/>
              <a:t>Likelihood method</a:t>
            </a:r>
          </a:p>
          <a:p>
            <a:r>
              <a:rPr lang="en-DK" dirty="0"/>
              <a:t>	</a:t>
            </a:r>
            <a:r>
              <a:rPr lang="en-GB" dirty="0"/>
              <a:t>Think: </a:t>
            </a:r>
            <a:r>
              <a:rPr lang="en-GB" dirty="0">
                <a:solidFill>
                  <a:schemeClr val="bg2">
                    <a:lumMod val="75000"/>
                    <a:lumOff val="25000"/>
                  </a:schemeClr>
                </a:solidFill>
              </a:rPr>
              <a:t>S</a:t>
            </a:r>
            <a:r>
              <a:rPr lang="en-DK" dirty="0">
                <a:solidFill>
                  <a:schemeClr val="bg2">
                    <a:lumMod val="75000"/>
                    <a:lumOff val="25000"/>
                  </a:schemeClr>
                </a:solidFill>
              </a:rPr>
              <a:t>tatistical fit </a:t>
            </a:r>
          </a:p>
          <a:p>
            <a:endParaRPr lang="en-DK" dirty="0"/>
          </a:p>
          <a:p>
            <a:r>
              <a:rPr lang="en-DK" dirty="0"/>
              <a:t>Pick a model </a:t>
            </a:r>
          </a:p>
          <a:p>
            <a:r>
              <a:rPr lang="en-GB" dirty="0"/>
              <a:t>T</a:t>
            </a:r>
            <a:r>
              <a:rPr lang="en-DK" dirty="0"/>
              <a:t>est different parameters under that model </a:t>
            </a:r>
          </a:p>
          <a:p>
            <a:r>
              <a:rPr lang="en-DK" dirty="0"/>
              <a:t>Tree that makes the </a:t>
            </a:r>
            <a:r>
              <a:rPr lang="en-DK" dirty="0">
                <a:solidFill>
                  <a:schemeClr val="bg2">
                    <a:lumMod val="75000"/>
                    <a:lumOff val="25000"/>
                  </a:schemeClr>
                </a:solidFill>
              </a:rPr>
              <a:t>observed DNA sequences most likely </a:t>
            </a:r>
            <a:r>
              <a:rPr lang="en-DK" dirty="0"/>
              <a:t>is chosen. </a:t>
            </a:r>
          </a:p>
          <a:p>
            <a:endParaRPr lang="en-DK" dirty="0"/>
          </a:p>
          <a:p>
            <a:pPr marL="342900" indent="-342900">
              <a:buFont typeface="Wingdings" pitchFamily="2" charset="2"/>
              <a:buChar char="è"/>
            </a:pPr>
            <a:r>
              <a:rPr lang="en-GB" dirty="0"/>
              <a:t>T</a:t>
            </a:r>
            <a:r>
              <a:rPr lang="en-DK" dirty="0"/>
              <a:t>hen you can compare the maximum likelihood of the different models to see which model (with which parameters) actually fit best</a:t>
            </a:r>
          </a:p>
          <a:p>
            <a:pPr marL="342900" indent="-342900">
              <a:buFont typeface="Wingdings" pitchFamily="2" charset="2"/>
              <a:buChar char="è"/>
            </a:pPr>
            <a:endParaRPr lang="en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6ADD9-8426-38B7-EDD3-FFB2039DDD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EC41F5C-C709-A54B-961C-5FD82082BFB9}" type="datetime1">
              <a:rPr lang="en-GB" smtClean="0"/>
              <a:t>18/09/2025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28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47FF9-AC6D-1861-1E0C-D77DCA613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85AF3-28C5-F634-7FC1-11D5B6CC6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00" y="230400"/>
            <a:ext cx="6281668" cy="752400"/>
          </a:xfrm>
        </p:spPr>
        <p:txBody>
          <a:bodyPr/>
          <a:lstStyle/>
          <a:p>
            <a:r>
              <a:rPr lang="en-DK" dirty="0"/>
              <a:t>Phylogenetic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EB986-70F4-E294-8E40-58C61330E9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5780" y="1347247"/>
            <a:ext cx="4975225" cy="4525964"/>
          </a:xfrm>
        </p:spPr>
        <p:txBody>
          <a:bodyPr/>
          <a:lstStyle/>
          <a:p>
            <a:endParaRPr lang="en-DK" dirty="0"/>
          </a:p>
          <a:p>
            <a:r>
              <a:rPr lang="en-DK" dirty="0"/>
              <a:t>In MEGA you can build trees in different ways. Each method tries to show </a:t>
            </a:r>
            <a:r>
              <a:rPr lang="en-DK" dirty="0">
                <a:solidFill>
                  <a:schemeClr val="bg2">
                    <a:lumMod val="75000"/>
                    <a:lumOff val="25000"/>
                  </a:schemeClr>
                </a:solidFill>
              </a:rPr>
              <a:t>how species or sequences are related </a:t>
            </a:r>
            <a:r>
              <a:rPr lang="en-DK" dirty="0"/>
              <a:t>but they use </a:t>
            </a:r>
            <a:r>
              <a:rPr lang="en-DK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different rules</a:t>
            </a:r>
            <a:r>
              <a:rPr lang="en-DK" dirty="0"/>
              <a:t> to decide which tree is </a:t>
            </a:r>
            <a:r>
              <a:rPr lang="en-DK" i="1" dirty="0"/>
              <a:t>best</a:t>
            </a:r>
            <a:r>
              <a:rPr lang="en-DK" dirty="0"/>
              <a:t> </a:t>
            </a:r>
          </a:p>
          <a:p>
            <a:endParaRPr lang="en-DK" dirty="0"/>
          </a:p>
          <a:p>
            <a:r>
              <a:rPr lang="en-US" dirty="0"/>
              <a:t>ML is most widely trusted today but often you just compare methods to check consistency. </a:t>
            </a:r>
            <a:endParaRPr lang="en-DK" dirty="0"/>
          </a:p>
          <a:p>
            <a:endParaRPr lang="en-DK" dirty="0"/>
          </a:p>
          <a:p>
            <a:endParaRPr lang="en-DK" dirty="0"/>
          </a:p>
          <a:p>
            <a:endParaRPr lang="en-DK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92FD09A-F348-9CE1-5A79-5BEAD566F8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412" y="116632"/>
            <a:ext cx="5904656" cy="5581650"/>
          </a:xfrm>
        </p:spPr>
        <p:txBody>
          <a:bodyPr/>
          <a:lstStyle/>
          <a:p>
            <a:r>
              <a:rPr lang="en-US" b="1" u="sng" dirty="0"/>
              <a:t>Maximum Parsimony (MP) </a:t>
            </a:r>
            <a:r>
              <a:rPr lang="en-US" dirty="0"/>
              <a:t>: </a:t>
            </a:r>
          </a:p>
          <a:p>
            <a:r>
              <a:rPr lang="en-US" dirty="0"/>
              <a:t>	The tree with the least number of changes	(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simplest explanation wins</a:t>
            </a:r>
            <a:r>
              <a:rPr lang="en-US" dirty="0"/>
              <a:t>)</a:t>
            </a:r>
          </a:p>
          <a:p>
            <a:r>
              <a:rPr lang="en-US" dirty="0"/>
              <a:t>	good for simple cases, small datasets</a:t>
            </a:r>
          </a:p>
          <a:p>
            <a:endParaRPr lang="en-US" dirty="0"/>
          </a:p>
          <a:p>
            <a:r>
              <a:rPr lang="en-US" b="1" u="sng" dirty="0"/>
              <a:t>Minimum evolution (ME): </a:t>
            </a:r>
          </a:p>
          <a:p>
            <a:r>
              <a:rPr lang="en-US" b="1" dirty="0"/>
              <a:t>	</a:t>
            </a:r>
            <a:r>
              <a:rPr lang="en-US" dirty="0"/>
              <a:t>looks at the overall branch lengths -&gt; tree 	with the smallest total length (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shortest 	overall evolution</a:t>
            </a:r>
            <a:r>
              <a:rPr lang="en-US" dirty="0"/>
              <a:t>) </a:t>
            </a:r>
          </a:p>
          <a:p>
            <a:r>
              <a:rPr lang="en-US" dirty="0"/>
              <a:t>	a compromise: faster than ML, less simplistic 	than MP</a:t>
            </a:r>
          </a:p>
          <a:p>
            <a:endParaRPr lang="en-US" dirty="0"/>
          </a:p>
          <a:p>
            <a:r>
              <a:rPr lang="en-US" b="1" u="sng" dirty="0"/>
              <a:t>Maximum likelihood (ML): </a:t>
            </a:r>
          </a:p>
          <a:p>
            <a:r>
              <a:rPr lang="en-US" b="1" dirty="0"/>
              <a:t>	</a:t>
            </a:r>
            <a:r>
              <a:rPr lang="en-US" dirty="0"/>
              <a:t>choose tree that makes data most probable. 	”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is this tree were true, how likely is it that I 	would see these sequences</a:t>
            </a:r>
            <a:r>
              <a:rPr lang="en-US" dirty="0"/>
              <a:t>” </a:t>
            </a:r>
          </a:p>
          <a:p>
            <a:r>
              <a:rPr lang="en-US" dirty="0"/>
              <a:t>	generally best for accuracy -&gt; especially 	with larger datasets and complex evolution 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5BC4A-3134-8803-6F56-9E07F8AF6A3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EC41F5C-C709-A54B-961C-5FD82082BFB9}" type="datetime1">
              <a:rPr lang="en-GB" smtClean="0"/>
              <a:t>18/09/2025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7016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EAE09-ED95-F5D0-70F7-AF204DADB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Molecular clock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F2531-63F8-83F0-03F3-457A1CC3E2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9994" y="1340768"/>
            <a:ext cx="5688632" cy="4525964"/>
          </a:xfrm>
        </p:spPr>
        <p:txBody>
          <a:bodyPr/>
          <a:lstStyle/>
          <a:p>
            <a:pPr>
              <a:buNone/>
            </a:pPr>
            <a:r>
              <a:rPr lang="en-DK" b="1" u="sng" dirty="0"/>
              <a:t>The idea: </a:t>
            </a:r>
            <a:r>
              <a:rPr lang="en-DK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DNA and protein sequences change at rougly steady state over time. </a:t>
            </a:r>
          </a:p>
          <a:p>
            <a:r>
              <a:rPr lang="en-DK" dirty="0"/>
              <a:t>So if 2 species DNA differ by a certain amount </a:t>
            </a:r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can estimate how long ago they shared a </a:t>
            </a:r>
            <a:r>
              <a:rPr lang="en-DK" dirty="0">
                <a:solidFill>
                  <a:schemeClr val="bg2">
                    <a:lumMod val="75000"/>
                    <a:lumOff val="25000"/>
                  </a:schemeClr>
                </a:solidFill>
              </a:rPr>
              <a:t>common ancestor </a:t>
            </a:r>
          </a:p>
          <a:p>
            <a:endParaRPr lang="en-DK" dirty="0"/>
          </a:p>
          <a:p>
            <a:r>
              <a:rPr lang="en-DK" dirty="0"/>
              <a:t>How fast species evolve are </a:t>
            </a:r>
            <a:r>
              <a:rPr lang="en-DK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dependent</a:t>
            </a:r>
            <a:r>
              <a:rPr lang="en-DK" dirty="0"/>
              <a:t> on many things (go more into that coming weeks)</a:t>
            </a:r>
          </a:p>
          <a:p>
            <a:pPr lvl="1"/>
            <a:r>
              <a:rPr lang="en-GB" dirty="0"/>
              <a:t>G</a:t>
            </a:r>
            <a:r>
              <a:rPr lang="en-DK" dirty="0"/>
              <a:t>eneration times </a:t>
            </a:r>
          </a:p>
          <a:p>
            <a:pPr lvl="1"/>
            <a:r>
              <a:rPr lang="en-GB" dirty="0"/>
              <a:t>P</a:t>
            </a:r>
            <a:r>
              <a:rPr lang="en-DK" dirty="0"/>
              <a:t>opulation size</a:t>
            </a:r>
          </a:p>
          <a:p>
            <a:pPr lvl="1"/>
            <a:r>
              <a:rPr lang="en-GB" dirty="0"/>
              <a:t>S</a:t>
            </a:r>
            <a:r>
              <a:rPr lang="en-DK" dirty="0"/>
              <a:t>pecies-specific differences </a:t>
            </a:r>
          </a:p>
          <a:p>
            <a:pPr lvl="1"/>
            <a:r>
              <a:rPr lang="en-GB" dirty="0"/>
              <a:t>C</a:t>
            </a:r>
            <a:r>
              <a:rPr lang="en-DK" dirty="0"/>
              <a:t>hanges in function of the protein studies </a:t>
            </a:r>
          </a:p>
          <a:p>
            <a:pPr lvl="1"/>
            <a:r>
              <a:rPr lang="en-DK" dirty="0"/>
              <a:t>Changes in intensity of selection</a:t>
            </a:r>
          </a:p>
          <a:p>
            <a:endParaRPr lang="en-DK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6935C76-791F-4791-9174-BA4471B879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44715" y="1999283"/>
            <a:ext cx="5644110" cy="3692699"/>
          </a:xfrm>
        </p:spPr>
        <p:txBody>
          <a:bodyPr/>
          <a:lstStyle/>
          <a:p>
            <a:r>
              <a:rPr lang="en-DK" b="1" u="sng" dirty="0"/>
              <a:t>Strick clock: </a:t>
            </a:r>
            <a:r>
              <a:rPr lang="en-DK" dirty="0"/>
              <a:t>assumes all lineages change at exactly the same rate </a:t>
            </a:r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every species evolutionary clock ticks at the same speed</a:t>
            </a:r>
          </a:p>
          <a:p>
            <a:endParaRPr lang="en-DK" dirty="0"/>
          </a:p>
          <a:p>
            <a:r>
              <a:rPr lang="en-DK" b="1" u="sng" dirty="0"/>
              <a:t>Relaxed clock</a:t>
            </a:r>
            <a:r>
              <a:rPr lang="en-DK" dirty="0"/>
              <a:t>: allows different lineages to tick at slightly different speeds. </a:t>
            </a:r>
          </a:p>
          <a:p>
            <a:endParaRPr lang="en-DK" dirty="0"/>
          </a:p>
          <a:p>
            <a:r>
              <a:rPr lang="en-GB" u="sng" dirty="0"/>
              <a:t>T</a:t>
            </a:r>
            <a:r>
              <a:rPr lang="en-DK" u="sng" dirty="0"/>
              <a:t>est</a:t>
            </a:r>
            <a:r>
              <a:rPr lang="en-DK" dirty="0"/>
              <a:t>: you can do a likelihood ratio test to check if the constant rate assumption holds.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00C20-2544-4B4B-37B1-6F2D9D68D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AA49676-A930-6D43-8583-6287768C450E}" type="datetime1">
              <a:rPr lang="en-GB" smtClean="0"/>
              <a:t>18/09/2025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9379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17FE-9B3D-0B38-ED8B-7B59496B7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17" y="315913"/>
            <a:ext cx="5644263" cy="752400"/>
          </a:xfrm>
        </p:spPr>
        <p:txBody>
          <a:bodyPr/>
          <a:lstStyle/>
          <a:p>
            <a:r>
              <a:rPr lang="en-DK" dirty="0"/>
              <a:t>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2960A-2AF4-9115-4F61-EC8E7620DD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Building evolutionary trees in R using the </a:t>
            </a:r>
            <a:r>
              <a:rPr lang="en-DK" i="1" dirty="0"/>
              <a:t>ape package</a:t>
            </a:r>
            <a:r>
              <a:rPr lang="en-DK" dirty="0"/>
              <a:t> </a:t>
            </a:r>
          </a:p>
          <a:p>
            <a:endParaRPr lang="en-DK" dirty="0"/>
          </a:p>
          <a:p>
            <a:r>
              <a:rPr lang="en-DK" dirty="0"/>
              <a:t>Work in groups !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9E998-56AD-2539-037A-8C1D2BA39C0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D78876E-C25A-334F-B8DA-6C16B9923848}" type="datetime1">
              <a:rPr lang="en-GB" smtClean="0"/>
              <a:t>18/09/2025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818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5112-AE24-3320-74CD-8E8ABD9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Next week – </a:t>
            </a:r>
            <a:br>
              <a:rPr lang="en-DK" dirty="0"/>
            </a:br>
            <a:r>
              <a:rPr lang="en-DK" dirty="0"/>
              <a:t>	Population genetics &amp; coalescent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6BB90-FA63-1C41-F440-E206D352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CB8E9-4B6A-0044-ABB3-17B2A5119A8F}" type="datetime1">
              <a:rPr lang="en-GB" smtClean="0"/>
              <a:t>18/09/2025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2056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1396981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566864"/>
</p:tagLst>
</file>

<file path=ppt/theme/theme1.xml><?xml version="1.0" encoding="utf-8"?>
<a:theme xmlns:a="http://schemas.openxmlformats.org/drawingml/2006/main" name="AU 16:9">
  <a:themeElements>
    <a:clrScheme name="01 AU Blue">
      <a:dk1>
        <a:srgbClr val="000000"/>
      </a:dk1>
      <a:lt1>
        <a:srgbClr val="FFFFFF"/>
      </a:lt1>
      <a:dk2>
        <a:srgbClr val="002546"/>
      </a:dk2>
      <a:lt2>
        <a:srgbClr val="002546"/>
      </a:lt2>
      <a:accent1>
        <a:srgbClr val="0A144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,{"distinct":false,"hideIfNoUserInteractionRequired":false,"required":false,"defaultValue":"Blå","autoSelectFirstOption":false,"helpTexts":{},"spacing":{},"shareValue":false,"type":"dropDown","dataSourceName":"ColorThemePowerPoint","dataSourceFieldName":"Name","name":"ChooseColorTheme","label":"Choose Color theme"}],"formDataEntries":[{"name":"Date","value":"sMH579O4nOhZrxGehLcZHA=="},{"name":"EventOccasion","value":"nc4mscDwL8d0XvXCs6AkBROfBtnANHYiuRkxvF4ouiY="},{"name":"ChooseColorTheme","value":"XmRlVpWiose5Rf1eG6aJznCjkbXXnh6o3o1+21OmFqQ="}]}]]></TemplafyFormConfiguration>
</file>

<file path=customXml/item2.xml><?xml version="1.0" encoding="utf-8"?>
<TemplafyTemplateConfiguration><![CDATA[{"elementsMetadata":[{"type":"shape","id":"e9ec1846-fc70-4b1f-91d1-af31a7ef0312","elementConfiguration":{"binding":"{{FormatDateTime(Form.Date, \"d. MMMM yyyy\")}}","visibility":"","type":"text","disableUpdates":false}},{"type":"shape","id":"6b5290eb-2f43-4d9e-9d6d-e0daf52783fe","elementConfiguration":{"binding":"{{Form.EventOccasion}}","visibility":"","type":"text","disableUpdates":false}},{"type":"shape","id":"77b6b9a6-262d-4793-baa6-9017e23b17f8","elementConfiguration":{"binding":"{{UserProfile.Title}}","visibility":"","type":"text","disableUpdates":false}},{"type":"shape","id":"ddceb61f-142b-4271-810f-7e88745c4f6a","elementConfiguration":{"binding":"{{UserProfile.Name}}","visibility":"","type":"text","disableUpdates":false}},{"type":"shape","id":"f3841f7a-f501-4eb1-a69e-e9c157c99b09","elementConfiguration":{"inheritDimensions":"{{InheritDimensions.InheritNone}}","width":"4.61 cm","height":"1.55 cm","image":"{{UserProfile.UnitId.ExtraLogoRef.ImageRightAlignedRef.ImageFile}}","visibility":"","type":"image","disableUpdates":false}},{"type":"shape","id":"5d3e756c-a45e-4103-adbe-cc33deb505f2","elementConfiguration":{"binding":"{{UserProfile.UnitId.Logo2}}","visibility":"","type":"text","disableUpdates":false}},{"type":"shape","id":"8014843d-a4f2-4a18-9d55-4244c2438944","elementConfiguration":{"binding":"{{UserProfile.UnitId.Logo1PowerPoint}}","visibility":"","type":"text","disableUpdates":false}},{"type":"shape","id":"55f0c831-472c-4ea8-a2d3-a82f5c3f56e5","elementConfiguration":{"binding":"{{FormatDateTime(Form.Date, \"d. MMMM yyyy\")}}","visibility":"","type":"text","disableUpdates":false}},{"type":"shape","id":"01b11b71-f2cf-4e2c-b0aa-4b7989ae3a72","elementConfiguration":{"binding":"{{Form.EventOccasion}}","visibility":"","type":"text","disableUpdates":false}},{"type":"shape","id":"737fd2d9-3b18-4e59-b346-afd0d77dcaf4","elementConfiguration":{"inheritDimensions":"{{InheritDimensions.InheritNone}}","width":"4.61 cm","height":"1.55 cm","image":"{{UserProfile.UnitId.ExtraLogoRef.ImageRightAlignedNegRef.ImageFile}}","visibility":"","type":"image","disableUpdates":false}},{"type":"shape","id":"5c16850b-acca-41ad-90ce-6258473781ed","elementConfiguration":{"binding":"{{UserProfile.UnitId.Logo2}}","visibility":"","type":"text","disableUpdates":false}},{"type":"shape","id":"61e5ac26-aaa0-41b8-b9ef-24517992f922","elementConfiguration":{"binding":"{{UserProfile.UnitId.Logo1PowerPoint}}","visibility":"","type":"text","disableUpdates":false}},{"type":"shape","id":"2c684135-db69-4f0e-9fe7-3a596ecae385","elementConfiguration":{"binding":"{{FormatDateTime(Form.Date, \"d. MMMM yyyy\")}}","visibility":"","type":"text","disableUpdates":false}},{"type":"shape","id":"3ee97908-9ccf-48e4-98de-f350b9070093","elementConfiguration":{"binding":"{{Form.EventOccasion}}","visibility":"","type":"text","disableUpdates":false}},{"type":"shape","id":"c8f57c57-7036-47ae-b450-ec78adde0417","elementConfiguration":{"binding":"{{UserProfile.Name}}","visibility":"","type":"text","disableUpdates":false}},{"type":"shape","id":"93c8e9c1-78e3-49d0-86be-449bf740dd4a","elementConfiguration":{"inheritDimensions":"{{InheritDimensions.InheritNone}}","width":"4.61 cm","height":"1.55 cm","image":"{{UserProfile.UnitId.ExtraLogoRef.ImageRightAlignedNegRef.ImageFile}}","visibility":"","type":"image","disableUpdates":false}},{"type":"shape","id":"11d7d205-bebf-4777-9e15-31e97c841017","elementConfiguration":{"binding":"{{UserProfile.UnitId.Logo2}}","visibility":"","type":"text","disableUpdates":false}},{"type":"shape","id":"76d04571-8026-4f99-88bb-c69190fbd3a4","elementConfiguration":{"binding":"{{UserProfile.UnitId.Logo1PowerPoint}}","visibility":"","type":"text","disableUpdates":false}},{"type":"shape","id":"49f7d88b-62d3-4675-aa80-11fd0206803f","elementConfiguration":{"binding":"{{UserProfile.UnitId.Logo1PowerPoint}}","visibility":"","type":"text","disableUpdates":false}},{"type":"shape","id":"c6994d15-c970-4e13-bd74-b7c999269f69","elementConfiguration":{"binding":"{{FormatDateTime(Form.Date, \"d. MMMM yyyy\")}}","visibility":"","type":"text","disableUpdates":false}},{"type":"shape","id":"2f5f9d71-c345-4166-8c91-f92dfa0eb233","elementConfiguration":{"binding":"{{Form.EventOccasion}}","visibility":"","type":"text","disableUpdates":false}},{"type":"shape","id":"ed32747e-8f98-4606-8227-0f558c8d3c9e","elementConfiguration":{"binding":"{{UserProfile.Title}}","visibility":"","type":"text","disableUpdates":false}},{"type":"shape","id":"ecef74ea-3866-489e-8d84-38ea867fca93","elementConfiguration":{"binding":"{{UserProfile.Name}}","visibility":"","type":"text","disableUpdates":false}},{"type":"shape","id":"871e7502-b533-4f94-b823-79f7ab2f22ac","elementConfiguration":{"inheritDimensions":"{{InheritDimensions.InheritNone}}","width":"4.61 cm","height":"1.55 cm","image":"{{UserProfile.UnitId.ExtraLogoRef.ImageRightAlignedNegRef.ImageFile}}","visibility":"","type":"image","disableUpdates":false}},{"type":"shape","id":"18757dc8-73f1-47b8-946c-b7cbc5220d75","elementConfiguration":{"binding":"{{UserProfile.UnitId.Logo2}}","visibility":"","type":"text","disableUpdates":false}},{"type":"shape","id":"7abe370c-f80b-4a32-ac09-fd30583077e1","elementConfiguration":{"binding":"{{UserProfile.UnitId.Logo1PowerPoint}}","visibility":"","type":"text","disableUpdates":false}}],"transformationConfigurations":[{"language":"{{DocumentLanguage}}","disableUpdates":false,"type":"proofingLanguage"},{"colorTheme":"{{Form.ChooseColorTheme.ColorThemeRef.ColorTheme}}","disableUpdates":false,"originalColorThemeXml":"<a:clrScheme name=\"01 AU Blue\" xmlns:a=\"http://schemas.openxmlformats.org/drawingml/2006/main\"><a:dk1><a:srgbClr val=\"000000\" /></a:dk1><a:lt1><a:srgbClr val=\"FFFFFF\" /></a:lt1><a:dk2><a:srgbClr val=\"002546\" /></a:dk2><a:lt2><a:srgbClr val=\"002546\" /></a:lt2><a:accent1><a:srgbClr val=\"0A1449\" /></a:accent1><a:accent2><a:srgbClr val=\"183D83\" /></a:accent2><a:accent3><a:srgbClr val=\"87D1F4\" /></a:accent3><a:accent4><a:srgbClr val=\"33525F\" /></a:accent4><a:accent5><a:srgbClr val=\"548195\" /></a:accent5><a:accent6><a:srgbClr val=\"C6C6C6\" /></a:accent6><a:hlink><a:srgbClr val=\"03428E\" /></a:hlink><a:folHlink><a:srgbClr val=\"03428E\" /></a:folHlink></a:clrScheme>","type":"colorTheme"}],"templateName":"PowerPoint skabelon","templateDescription":"PowerPoint template 16:9 (convertible to 16:10 or 4:3)","enableDocumentContentUpdater":true,"version":"2.0"}]]></TemplafyTemplateConfiguration>
</file>

<file path=customXml/item3.xml><?xml version="1.0" encoding="utf-8"?>
<TemplafySlideTemplateConfiguration><![CDATA[{"slideVersion":1,"isValidatorEnabled":false,"isLocked":false,"elementsMetadata":[{"type":"shape","elementConfiguration":{"binding":"{{FormatDateTime(Form.Date, \"d. MMMM yyyy\")}}","visibility":"","type":"text","disableUpdates":false}},{"type":"shape","elementConfiguration":{"binding":"{{Form.EventOccasion}}","visibility":"","type":"text","disableUpdates":false}},{"type":"shape","elementConfiguration":{"binding":"{{UserProfile.Title}}","visibility":"","type":"text","disableUpdates":false}},{"type":"shape","elementConfiguration":{"binding":"{{UserProfile.Name}}","visibility":"","type":"text","disableUpdates":false}},{"type":"shape","elementConfiguration":{"inheritDimensions":"{{InheritDimensions.InheritNone}}","width":"4.61 cm","height":"1.55 cm","image":"{{UserProfile.UnitId.ExtraLogoRef.ImageRightAlignedNegRef.ImageFile}}","visibility":"","type":"image","disableUpdates":false}},{"type":"shape","elementConfiguration":{"binding":"{{UserProfile.UnitId.Logo2}}","visibility":"","type":"text","disableUpdates":false}},{"type":"shape","elementConfiguration":{"binding":"{{UserProfile.UnitId.Logo1PowerPoint}}","visibility":"","type":"text","disableUpdates":false}}],"slideId":"638344221284623770","enableDocumentContentUpdater":false,"version":"2.0"}]]></TemplafySlideTemplateConfiguration>
</file>

<file path=customXml/item4.xml><?xml version="1.0" encoding="utf-8"?>
<TemplafySlide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],"formDataEntries":[]}]]></TemplafySlideFormConfiguration>
</file>

<file path=customXml/item5.xml><?xml version="1.0" encoding="utf-8"?>
<TemplafySlideTemplateConfiguration><![CDATA[{"slideVersion":1,"isValidatorEnabled":false,"isLocked":false,"elementsMetadata":[{"type":"shape","elementConfiguration":{"binding":"{{UserProfile.UnitId.Logo1PowerPoint}}","visibility":"","type":"text","disableUpdates":false}}],"slideId":"638344221285170220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7DA86E9B-4135-4144-9EBF-FD9F3AFEC348}">
  <ds:schemaRefs/>
</ds:datastoreItem>
</file>

<file path=customXml/itemProps2.xml><?xml version="1.0" encoding="utf-8"?>
<ds:datastoreItem xmlns:ds="http://schemas.openxmlformats.org/officeDocument/2006/customXml" ds:itemID="{AFC86994-F0FF-421B-841D-005E37E2CB9C}">
  <ds:schemaRefs/>
</ds:datastoreItem>
</file>

<file path=customXml/itemProps3.xml><?xml version="1.0" encoding="utf-8"?>
<ds:datastoreItem xmlns:ds="http://schemas.openxmlformats.org/officeDocument/2006/customXml" ds:itemID="{B2CA2D4C-0385-4D99-AB8D-7792A88C817E}">
  <ds:schemaRefs/>
</ds:datastoreItem>
</file>

<file path=customXml/itemProps4.xml><?xml version="1.0" encoding="utf-8"?>
<ds:datastoreItem xmlns:ds="http://schemas.openxmlformats.org/officeDocument/2006/customXml" ds:itemID="{7E04581C-D7FD-4482-805D-038A22FDA87B}">
  <ds:schemaRefs/>
</ds:datastoreItem>
</file>

<file path=customXml/itemProps5.xml><?xml version="1.0" encoding="utf-8"?>
<ds:datastoreItem xmlns:ds="http://schemas.openxmlformats.org/officeDocument/2006/customXml" ds:itemID="{F6929CAD-9C4B-4C57-B5A5-181E7E3C58CB}">
  <ds:schemaRefs/>
</ds:datastoreItem>
</file>

<file path=customXml/itemProps6.xml><?xml version="1.0" encoding="utf-8"?>
<ds:datastoreItem xmlns:ds="http://schemas.openxmlformats.org/officeDocument/2006/customXml" ds:itemID="{E6076CFF-B2D0-45B5-8D6B-A70E14E9B3D8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Microsoft Macintosh PowerPoint</Application>
  <PresentationFormat>Custom</PresentationFormat>
  <Paragraphs>79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AU Passata</vt:lpstr>
      <vt:lpstr>AU Passata Light</vt:lpstr>
      <vt:lpstr>Georgia</vt:lpstr>
      <vt:lpstr>Calibri</vt:lpstr>
      <vt:lpstr>Wingdings</vt:lpstr>
      <vt:lpstr>AU Peto</vt:lpstr>
      <vt:lpstr>AU 16:9</vt:lpstr>
      <vt:lpstr>Molecular clocks and gene duplication week 38 Paper discussion</vt:lpstr>
      <vt:lpstr>Primate of the  Week</vt:lpstr>
      <vt:lpstr>Plan for today</vt:lpstr>
      <vt:lpstr>Phylogenetic trees</vt:lpstr>
      <vt:lpstr>Phylogenetic trees</vt:lpstr>
      <vt:lpstr>Molecular clock</vt:lpstr>
      <vt:lpstr>Today</vt:lpstr>
      <vt:lpstr>Next week –   Population genetics &amp; coalescent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2025-08-29T12:40:57Z</dcterms:created>
  <dcterms:modified xsi:type="dcterms:W3CDTF">2025-09-19T07:21:26Z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omnidocs.com</vt:lpwstr>
  </property>
  <property fmtid="{D5CDD505-2E9C-101B-9397-08002B2CF9AE}" pid="3" name="colorthemechange">
    <vt:lpwstr>true</vt:lpwstr>
  </property>
  <property fmtid="{D5CDD505-2E9C-101B-9397-08002B2CF9AE}" pid="4" name="TemplafyTimeStamp">
    <vt:lpwstr>2023-11-01T07:55:28</vt:lpwstr>
  </property>
  <property fmtid="{D5CDD505-2E9C-101B-9397-08002B2CF9AE}" pid="5" name="TemplafyTenantId">
    <vt:lpwstr>auoffice</vt:lpwstr>
  </property>
  <property fmtid="{D5CDD505-2E9C-101B-9397-08002B2CF9AE}" pid="6" name="TemplafyTemplateId">
    <vt:lpwstr>766163489789838292</vt:lpwstr>
  </property>
  <property fmtid="{D5CDD505-2E9C-101B-9397-08002B2CF9AE}" pid="7" name="TemplafyUserProfileId">
    <vt:lpwstr>1214427275229135070</vt:lpwstr>
  </property>
  <property fmtid="{D5CDD505-2E9C-101B-9397-08002B2CF9AE}" pid="8" name="TemplafyLanguageCode">
    <vt:lpwstr>en-GB</vt:lpwstr>
  </property>
  <property fmtid="{D5CDD505-2E9C-101B-9397-08002B2CF9AE}" pid="9" name="TemplafyFromBlank">
    <vt:bool>false</vt:bool>
  </property>
</Properties>
</file>